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68680" y="1417320"/>
            <a:ext cx="1005840" cy="3810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169164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A86D18"/>
                </a:solidFill>
                <a:latin typeface="Calibri"/>
              </a:rPr>
              <a:t>CVPR 2025  ·  Medical Image Segmentation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2148840"/>
            <a:ext cx="100584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1C2026"/>
                </a:solidFill>
                <a:latin typeface="Calibri"/>
              </a:rPr>
              <a:t>Making Two Segmentation</a:t>
            </a:r>
          </a:p>
          <a:p>
            <a:pPr algn="l"/>
            <a:r>
              <a:rPr sz="4400" b="1">
                <a:solidFill>
                  <a:srgbClr val="1C2026"/>
                </a:solidFill>
                <a:latin typeface="Calibri"/>
              </a:rPr>
              <a:t>Models Faster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977639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8C8F96"/>
                </a:solidFill>
                <a:latin typeface="Calibri"/>
              </a:rPr>
              <a:t>VoxTell  ·  nnInteractive  ·  NVIDIA H100 MIG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603504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Brian Xiao   ·   Fir cluster, Alliance Canada   ·  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Two Models, Two Prompting Styles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02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916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A86D18"/>
                </a:solidFill>
                <a:latin typeface="Calibri"/>
              </a:rPr>
              <a:t>VoxTell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2722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2194560"/>
            <a:ext cx="45354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Our lab's CVPR submission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67462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596896"/>
            <a:ext cx="45354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Prompt is free text: “the spleen”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076956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2999232"/>
            <a:ext cx="45354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Needs a 4B-parameter LLM to encode it first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169164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C2026"/>
                </a:solidFill>
                <a:latin typeface="Calibri"/>
              </a:rPr>
              <a:t>nnInteractive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55080" y="22722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74536" y="2194560"/>
            <a:ext cx="45354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The CVPR challenge baseline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67462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74536" y="2596896"/>
            <a:ext cx="45354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Prompt is a 3-D bounding box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3076956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74536" y="2999232"/>
            <a:ext cx="453542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No text encoder, far cheaper per prompt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1605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1C2026"/>
                </a:solidFill>
                <a:latin typeface="Calibri"/>
              </a:rPr>
              <a:t>Both already accurate.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470916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8C8F96"/>
                </a:solidFill>
                <a:latin typeface="Calibri"/>
              </a:rPr>
              <a:t>Can they be made faster without giving that up?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DSC is the Dice Similarity Coefficient: overlap between prediction and expert annotation, 0 to 1. Above roughly 0.7 is clinically usable.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How the Number Was Measured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03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55448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C8F96"/>
                </a:solidFill>
                <a:latin typeface="Calibri"/>
              </a:rPr>
              <a:t>VoxTell speedup, as measurement error was removed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96596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8C8F96"/>
                </a:solidFill>
                <a:latin typeface="Calibri"/>
              </a:rPr>
              <a:t>26×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81635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baseline ran on CPU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0439" y="196596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8C8F96"/>
                </a:solidFill>
                <a:latin typeface="Calibri"/>
              </a:rPr>
              <a:t>17.6×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0439" y="281635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no warm-up, cache mismatch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72200" y="196596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8C8F96"/>
                </a:solidFill>
                <a:latin typeface="Calibri"/>
              </a:rPr>
              <a:t>7.1×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72200" y="281635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first arm ate start-up cost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23959" y="1965960"/>
            <a:ext cx="2468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200" b="1">
                <a:solidFill>
                  <a:srgbClr val="A86D18"/>
                </a:solidFill>
                <a:latin typeface="Calibri"/>
              </a:rPr>
              <a:t>2.7×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23959" y="2816352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measured correctly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70332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A86D18"/>
                </a:solidFill>
                <a:latin typeface="Calibri"/>
              </a:rPr>
              <a:t>What Changed Each Time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68680" y="41925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88136" y="4114800"/>
            <a:ext cx="101132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Hold precision constant, so quantization cannot pose as algorithmic gain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457657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88136" y="4498848"/>
            <a:ext cx="101132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Warm the GPU, text backbone and sliding-window path before timing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68680" y="496062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88136" y="4882896"/>
            <a:ext cx="101132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Assert the embedding cache is empty before every cold measurement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68680" y="534466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88136" y="5266944"/>
            <a:ext cx="1011326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Repeat to n≥4 and quote the range, never a single run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5806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C2026"/>
                </a:solidFill>
                <a:latin typeface="Calibri"/>
              </a:rPr>
              <a:t>No correction changed the code. Only how it was measured.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The largest error surfaced by running the same script on two GPUs: identical phases behaved differently on an RTX 4070 SUPER and an H100.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VoxTell: What Made It Faster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04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1600200"/>
          <a:ext cx="10469880" cy="2103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5989320"/>
                <a:gridCol w="2011680"/>
              </a:tblGrid>
              <a:tr h="420624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Change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Effect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DSC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Sliding window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tile_step 0.75 plus crop to non-zero, 25 to 9 patches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+0.0003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Embedding cache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repeat prompts return a stored tensor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identical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INT4 backbone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1.5× faster encode, 2 GB VRAM instead of 8 GB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0.97 agreement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Numba preprocess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no measurable gain at this volume size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unchanged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4160520"/>
            <a:ext cx="5486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A86D18"/>
                </a:solidFill>
                <a:latin typeface="Calibri"/>
              </a:rPr>
              <a:t>2.7× mean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4910328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abdominal CT, H100 MIG  ·  2.6 to 2.8× across 4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4297680"/>
            <a:ext cx="4572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8C8F96"/>
                </a:solidFill>
                <a:latin typeface="Calibri"/>
              </a:rPr>
              <a:t>One run: 3.27s → 1.28s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Case CT_AMOS_amos_0018 (63×512×512). Both arms run INT4, so precision is held constant and this is algorithmic gain only.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VoxTell: Accuracy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05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000" b="1">
                <a:solidFill>
                  <a:srgbClr val="1C2026"/>
                </a:solidFill>
                <a:latin typeface="Calibri"/>
              </a:rPr>
              <a:t>+0.0003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87168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tile_step 0.5 → 0.75  ·  0.8090 → 0.8093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632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8C8F96"/>
                </a:solidFill>
                <a:latin typeface="Calibri"/>
              </a:rPr>
              <a:t>65 objects across 5 abdominal CT cases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37353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3657600"/>
            <a:ext cx="47183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Measured against expert annotation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411937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88136" y="4041648"/>
            <a:ext cx="47183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Same checkpoint on both arms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450342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4425696"/>
            <a:ext cx="47183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No pass/fail threshold applied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173736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A86D18"/>
                </a:solidFill>
                <a:latin typeface="Calibri"/>
              </a:rPr>
              <a:t>One caveat, stated plainly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31800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0256" y="2240280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INT4 quantization is on by default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0" y="270205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20256" y="2624328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0.97 agreement with full precision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3086100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0256" y="3008376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Segments 5.5% fewer voxels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347014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20256" y="3392424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One-sided, so bias rather than noise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3854196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20256" y="3776472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Measured on one case, not the full set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VoxTell DSC from accuracy_results.csv. The INT4 comparison is n=1 and measures output agreement, not accuracy against ground truth.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nnInteractive: Compiling the Network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06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002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A86D18"/>
                </a:solidFill>
                <a:latin typeface="Calibri"/>
              </a:rPr>
              <a:t>torch.compile(network, mode='reduce-overhead')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218084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88136" y="2103120"/>
            <a:ext cx="80101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One line changed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583179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8136" y="2505456"/>
            <a:ext cx="801014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Fuses kernels and cuts per-call dispatch overhead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0896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A86D18"/>
                </a:solidFill>
                <a:latin typeface="Calibri"/>
              </a:rPr>
              <a:t>1.33×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858768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per object, mean of 4 runs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45125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4434840"/>
            <a:ext cx="4901183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0.288s → 0.215s per object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89661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4818888"/>
            <a:ext cx="4901183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Range 1.28 to 1.39×, so a 33% gain against an 8% spread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108960"/>
            <a:ext cx="4572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1C2026"/>
                </a:solidFill>
                <a:latin typeface="Calibri"/>
              </a:rPr>
              <a:t>+0.0002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858768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mean DSC change  ·  294 objects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451256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4434840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No run showed degradation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489661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20256" y="4818888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1C2026"/>
                </a:solidFill>
                <a:latin typeface="Calibri"/>
              </a:rPr>
              <a:t>Speed and accuracy from the same jobs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440680"/>
            <a:ext cx="10424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C2026"/>
                </a:solidFill>
                <a:latin typeface="Calibri"/>
              </a:rPr>
              <a:t>CPU time held at 6:18 to 6:33 across runs while walltime fell, which is what a GPU-bound workload looks like.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20 CT cases from the CVPR validation set, fold='all' checkpoint, H100 MIG 3g.40gb. CPU efficiency 13 to 20% of the 8 cores requested.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The Speedup Is Not Free at the Start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07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6459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C2026"/>
                </a:solidFill>
                <a:latin typeface="Calibri"/>
              </a:rPr>
              <a:t>Compiling costs time before the first prediction.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3774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1C2026"/>
                </a:solidFill>
                <a:latin typeface="Calibri"/>
              </a:rPr>
              <a:t>23.6s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12724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one-time compile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51960" y="23774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1C2026"/>
                </a:solidFill>
                <a:latin typeface="Calibri"/>
              </a:rPr>
              <a:t>0.071s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51960" y="312724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saved per object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35240" y="2377440"/>
            <a:ext cx="3108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600" b="1">
                <a:solidFill>
                  <a:srgbClr val="A86D18"/>
                </a:solidFill>
                <a:latin typeface="Calibri"/>
              </a:rPr>
              <a:t>~22 cases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3127248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C8F96"/>
                </a:solidFill>
                <a:latin typeface="Calibri"/>
              </a:rPr>
              <a:t>to break even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419252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88136" y="4114800"/>
            <a:ext cx="101132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Batch of 881 validation cases: clearly worth 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631436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88136" y="4553712"/>
            <a:ext cx="101132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Radiologist with 3 scans: never recovered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5070348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8136" y="4992624"/>
            <a:ext cx="10113264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C2026"/>
                </a:solidFill>
                <a:latin typeface="Calibri"/>
              </a:rPr>
              <a:t>A batch optimization, and it should not be sold as anything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6309360"/>
            <a:ext cx="10469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8C8F96"/>
                </a:solidFill>
                <a:latin typeface="Calibri"/>
              </a:rPr>
              <a:t>23.6s measured on node-local /tmp. The shared filesystem is slower, so treat it as a lower bound. About 331 objects at 14.7 objects per case.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68680" y="548640"/>
            <a:ext cx="8961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C2026"/>
                </a:solidFill>
                <a:latin typeface="Calibri"/>
              </a:rPr>
              <a:t>End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0" y="704088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8C8F96"/>
                </a:solidFill>
                <a:latin typeface="Calibri"/>
              </a:rPr>
              <a:t>08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1207008"/>
            <a:ext cx="822960" cy="31750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868680" y="1691640"/>
          <a:ext cx="104698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743200"/>
                <a:gridCol w="2377440"/>
                <a:gridCol w="2971800"/>
              </a:tblGrid>
              <a:tr h="45720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Speedup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Accuracy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8C8F96"/>
                          </a:solidFill>
                          <a:latin typeface="Calibri"/>
                        </a:rPr>
                        <a:t>Evidence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VoxTell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2.7×  (2.6 to 2.8×)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+0.0003 DSC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4 speed runs · 65 objects for DSC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2026"/>
                          </a:solidFill>
                          <a:latin typeface="Calibri"/>
                        </a:rPr>
                        <a:t>nnInteractive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1.33×  (1.28 to 1.39×)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+0.0002 DSC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2026"/>
                          </a:solidFill>
                          <a:latin typeface="Calibri"/>
                        </a:rPr>
                        <a:t>4 runs, 294 objects</a:t>
                      </a:r>
                    </a:p>
                  </a:txBody>
                  <a:tcPr>
                    <a:solidFill>
                      <a:srgbClr val="FDFDFD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868680" y="3566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D18"/>
                </a:solidFill>
                <a:latin typeface="Calibri"/>
              </a:rPr>
              <a:t>Still Open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41010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88136" y="4023360"/>
            <a:ext cx="51755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C8F96"/>
                </a:solidFill>
                <a:latin typeface="Calibri"/>
              </a:rPr>
              <a:t>Speedup measured on a single CT volume</a:t>
            </a:r>
          </a:p>
        </p:txBody>
      </p:sp>
      <p:sp>
        <p:nvSpPr>
          <p:cNvPr id="9" name="Rectangle 8"/>
          <p:cNvSpPr/>
          <p:nvPr/>
        </p:nvSpPr>
        <p:spPr>
          <a:xfrm>
            <a:off x="868680" y="448513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88136" y="4407408"/>
            <a:ext cx="517550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C8F96"/>
                </a:solidFill>
                <a:latin typeface="Calibri"/>
              </a:rPr>
              <a:t>INT4 under-segments 5.5%, on one case only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35661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D18"/>
                </a:solidFill>
                <a:latin typeface="Calibri"/>
              </a:rPr>
              <a:t>Next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4101084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20256" y="4023360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C8F96"/>
                </a:solidFill>
                <a:latin typeface="Calibri"/>
              </a:rPr>
              <a:t>Repeat across more CT volumes and prompt types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0" y="4485132"/>
            <a:ext cx="64008" cy="64008"/>
          </a:xfrm>
          <a:prstGeom prst="rect">
            <a:avLst/>
          </a:prstGeom>
          <a:solidFill>
            <a:srgbClr val="A86D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20256" y="4407408"/>
            <a:ext cx="4535424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8C8F96"/>
                </a:solidFill>
                <a:latin typeface="Calibri"/>
              </a:rPr>
              <a:t>Run INT4 against all 881 validation cases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52120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C2026"/>
                </a:solidFill>
                <a:latin typeface="Calibri"/>
              </a:rPr>
              <a:t>The most useful thing I built was a benchmark that kept catching itself.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