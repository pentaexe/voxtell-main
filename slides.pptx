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3.27s → 1.28s  (CT, H100)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Baseline &amp; The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(v0_gpu, RTX 4070 SUPER)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— BUG: Qwen3-4B silently on CPU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FP32 overflows 12 GB VRAM → CPU fallback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~0.17s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tile_step=0.5, ~343 patches,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Total: ~3.10s per prompt  —  dominated by text encoder running on CPU (silent bug)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Qwen3-4B in FP32 requires ~16 GB VRAM. RTX 4070 SUPER has 12 GB. PyTorch silently falls back to CPU when VRAM is insufficient. Fix: load with dtype=torch.float16 → 8 GB VRAM, stays on GPU.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After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With the encoder back on GPU, the same RTX hardware runs v0_gpu at 2.2s — the 3.10s above was the bug, not the baseline. Optimized v3: 1.5s (1.7×, n=5, precision-matched).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5661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912B"/>
                </a:solidFill>
                <a:latin typeface="Calibri"/>
              </a:rPr>
              <a:t>3.10s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RTX baseline WITH the bug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Bug Fix + Three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 → keeps encoder on GPU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 encoding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 + crop-to-nonzero  (25 → 9 patches on CT)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2.9× sliding window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29× warm re-query (CT)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quantization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 NF4 on Qwen3: ~2GB vs ~8GB FP16 VRAM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1.5× text fwd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DSC 0.97 agree, −5.5% vox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Precision-matched GPU-vs-GPU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MIG, abdominal CT (job 56964411):  v0_gpu 3.27s → v3 1.28s  =  2.6× algorithmic gain
H100 MIG, MNI brain (job 56964410):  1.0× — volume too small for tile_step or Numba to act
RTX 4070 SUPER, MNI brain (n=5):  1.7× (range 1.6–1.8×)
Both arms INT4 (NF4); GPU, text backbone and sliding-window path pre-warmed; embed cache verified cold.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n = 294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No pass/fail threshold applied — the measured delta and its sample size are reported as-is.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 AND the same data. VoxTell H100 on abdominal CT (job 56964411): v0_gpu 3.27s → v3 1.28s = 2.6× algorithmic gain, both arms INT4.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(repeats) + 56908464 — n=4 total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(n=4: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n=4 runs (56908464,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4 runs, Δ +0.0000 to +0.0004 — none negative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NO DEGRADATION ACROSS 4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0.0714s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0.0714s/object = ~331 objects = ~22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3.6× window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18.7× warm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1.4× preprocess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(n=4)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— precision-matched GPU-vs-GPU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MIG, abdominal CT (job 56964411): 3.27s → 1.28s = 2.6× algorithmic, both arms INT4.  RTX 4070 SUPER, MNI brain (n=5): 1.7× (1.6–1.8×).  H100 on the same brain: 1.0×.
INT4 vs FP16 on one CT case: DSC 0.97 agreement, INT4 under-segments by 5.5% — not measured on the full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job 56908464)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Mean speedup 1.33× (n=4: 1.28–1.39×). DSC Δ ≤ +0.0004. Speed and accuracy from same job, same config. Break-even ~69 cases (/scratch).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