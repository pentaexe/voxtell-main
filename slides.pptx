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57E1F"/>
                </a:solidFill>
                <a:latin typeface="Calibri"/>
              </a:rPr>
              <a:t>CVPR 2025 ·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231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4F2EE"/>
                </a:solidFill>
                <a:latin typeface="Calibri"/>
              </a:rPr>
              <a:t>Making Two Segmentation</a:t>
            </a:r>
          </a:p>
          <a:p>
            <a:pPr algn="l"/>
            <a:r>
              <a:rPr sz="4200" b="1">
                <a:solidFill>
                  <a:srgbClr val="F4F2EE"/>
                </a:solidFill>
                <a:latin typeface="Calibri"/>
              </a:rPr>
              <a:t>Models Faster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251960"/>
            <a:ext cx="1097280" cy="381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3AF"/>
                </a:solidFill>
                <a:latin typeface="Calibri"/>
              </a:rPr>
              <a:t>VoxTell  ·  nnInteractive  ·  NVIDIA H100 MIG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7784"/>
                </a:solidFill>
                <a:latin typeface="Calibri"/>
              </a:rPr>
              <a:t>Brian Xiao   ·   Fir cluster, Alliance Canada   ·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Two models, two prompting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7E1F"/>
                </a:solidFill>
                <a:latin typeface="Calibri"/>
              </a:rPr>
              <a:t>VoxTell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F26"/>
                </a:solidFill>
                <a:latin typeface="Calibri"/>
              </a:rPr>
              <a:t>Our lab's CVPR submission. Segments from a free-text prompt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F26"/>
                </a:solidFill>
                <a:latin typeface="Calibri"/>
              </a:rPr>
              <a:t>("the spleen"), which requires a 4-billion-parameter language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F26"/>
                </a:solidFill>
                <a:latin typeface="Calibri"/>
              </a:rPr>
              <a:t>model to encode the text before segmentation begins.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00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6F69"/>
                </a:solidFill>
                <a:latin typeface="Calibri"/>
              </a:rPr>
              <a:t>nnInteractive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F26"/>
                </a:solidFill>
                <a:latin typeface="Calibri"/>
              </a:rPr>
              <a:t>The challenge baseline. Segments from a 3-D bounding box.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F26"/>
                </a:solidFill>
                <a:latin typeface="Calibri"/>
              </a:rPr>
              <a:t>No text encoder at all, so it starts from a much lower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F26"/>
                </a:solidFill>
                <a:latin typeface="Calibri"/>
              </a:rPr>
              <a:t>per-prompt cost.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06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A1F26"/>
                </a:solidFill>
                <a:latin typeface="Calibri"/>
              </a:rPr>
              <a:t>Both were already accurate. The question was whether they could be made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1F26"/>
                </a:solidFill>
                <a:latin typeface="Calibri"/>
              </a:rPr>
              <a:t>faster without giving that 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Accuracy measured as Dice Similarity Coefficient — overlap between prediction and expert annotation, 0 to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The first number I reported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19B"/>
                </a:solidFill>
                <a:latin typeface="Calibri"/>
              </a:rPr>
              <a:t>VoxTell's speedup, as measurement error was removed: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8A919B"/>
                </a:solidFill>
                <a:latin typeface="Calibri"/>
              </a:rPr>
              <a:t>26×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1031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8A919B"/>
                </a:solidFill>
                <a:latin typeface="Calibri"/>
              </a:rPr>
              <a:t>17.6×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no GPU warm-up; cached vs uncached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8A919B"/>
                </a:solidFill>
                <a:latin typeface="Calibri"/>
              </a:rPr>
              <a:t>7.1×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first arm absorbed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103120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B57E1F"/>
                </a:solidFill>
                <a:latin typeface="Calibri"/>
              </a:rPr>
              <a:t>2.7×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3017520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1148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348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A1F26"/>
                </a:solidFill>
                <a:latin typeface="Calibri"/>
              </a:rPr>
              <a:t>Every drop came from correcting how I measured — never from changing the code.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1F26"/>
                </a:solidFill>
                <a:latin typeface="Calibri"/>
              </a:rPr>
              <a:t>The optimizations always did what they do; the benchmark was flattering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Final figure: n=4 repeats, both arms INT4, GPU and text backbone pre-warmed, embedding cache verified empty.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VoxTell — what actually made it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85216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tile_step 0.75 + crop to non-zero: 25 → 9 patches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INT4 text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1.5× faster encode, 2 GB VRAM instead of 8 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3977639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F26"/>
                </a:solidFill>
                <a:latin typeface="Calibri"/>
              </a:rPr>
              <a:t>2.7×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end-to-end, abdominal CT, H100 MIG  ·  range 2.6–2.8× over 4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4348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8A919B"/>
                </a:solidFill>
                <a:latin typeface="Calibri"/>
              </a:rPr>
              <a:t>3.27s  →  1.28s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CVPR validation case CT_AMOS_amos_0018 (63×512×512). Both arms INT4 (NF4) — precision held constant, so this is algorithmic gain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VoxTell — accuracy held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D6F69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change in mean DSC after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8A919B"/>
                </a:solidFill>
                <a:latin typeface="Calibri"/>
              </a:rPr>
              <a:t>0.8090  →  0.8093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65 objects across 5 abdominal CT cases.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36576" cy="11430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7373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F26"/>
                </a:solidFill>
                <a:latin typeface="Calibri"/>
              </a:rPr>
              <a:t>One caveat worth stating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9456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F26"/>
                </a:solidFill>
                <a:latin typeface="Calibri"/>
              </a:rPr>
              <a:t>INT4 quantization is on by default. On one CT case it agreed with full precision at 0.97 DSC and segmented 5.5% fewer voxels — a consistent under-segmentation, not noise.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F26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A1F26"/>
                </a:solidFill>
                <a:latin typeface="Calibri"/>
              </a:rPr>
              <a:t>I have not measured that across the validation set, so I am reporting the direction, not a bound.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VoxTell DSC from accuracy_results.csv.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nnInteractive —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919B"/>
                </a:solidFill>
                <a:latin typeface="Calibri"/>
              </a:rPr>
              <a:t>torch.compile(network, mode='reduce-overhead')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F26"/>
                </a:solidFill>
                <a:latin typeface="Calibri"/>
              </a:rPr>
              <a:t>One line. It fuses kernels and cuts per-call dispatch overhead.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57E1F"/>
                </a:solidFill>
                <a:latin typeface="Calibri"/>
              </a:rPr>
              <a:t>1.33×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per object  ·  range 1.28–1.39× over 4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0175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D6F69"/>
                </a:solidFill>
                <a:latin typeface="Calibri"/>
              </a:rPr>
              <a:t>+0.0002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886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mean DSC change  ·  294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919B"/>
                </a:solidFill>
                <a:latin typeface="Calibri"/>
              </a:rPr>
              <a:t>0.288s → 0.215s per object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919B"/>
                </a:solidFill>
                <a:latin typeface="Calibri"/>
              </a:rPr>
              <a:t>No run showed degradation.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20 CT cases from the CVPR validation set, fold='all' checkpoint, H100 MIG 3g.40gb. Speed and accuracy from the same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F26"/>
                </a:solidFill>
                <a:latin typeface="Calibri"/>
              </a:rPr>
              <a:t>Compiling costs 23.6 seconds before the first prediction. That has to be earned back.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F26"/>
                </a:solidFill>
                <a:latin typeface="Calibri"/>
              </a:rPr>
              <a:t>23.6s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one-time compilation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7432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1A1F26"/>
                </a:solidFill>
                <a:latin typeface="Calibri"/>
              </a:rPr>
              <a:t>0.071s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611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saved per 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7432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B57E1F"/>
                </a:solidFill>
                <a:latin typeface="Calibri"/>
              </a:rPr>
              <a:t>~22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611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19B"/>
                </a:solidFill>
                <a:latin typeface="Calibri"/>
              </a:rPr>
              <a:t>before it pays for itself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80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6"/>
                </a:solidFill>
                <a:latin typeface="Calibri"/>
              </a:rPr>
              <a:t>Worth it for a batch of 900 validation cases. Not worth it for a radiologist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6"/>
                </a:solidFill>
                <a:latin typeface="Calibri"/>
              </a:rPr>
              <a:t>segmenting three scans — there the compile cost is never recovered.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23.6s measured on node-local /tmp; the shared filesystem will be slower, so this is a lower bound. ~331 objects at 14.7 objects per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How I checked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64207"/>
            <a:ext cx="32004" cy="3302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5544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Hold precision constant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72768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Both arms run INT4. A speedup that comes from quantization is not an algorithmic speedup.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96896"/>
            <a:ext cx="32004" cy="3302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487168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Warm everything before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05456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GPU, text backbone, and sliding-window path. Whichever arm runs first otherwise absorbs start-up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29584"/>
            <a:ext cx="32004" cy="3302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19856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Prove the cache is empty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38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The script asserts the embedding cache is cleared before each cold measurement, and written after.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462272"/>
            <a:ext cx="32004" cy="330200"/>
          </a:xfrm>
          <a:prstGeom prst="rect">
            <a:avLst/>
          </a:prstGeom>
          <a:solidFill>
            <a:srgbClr val="B5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52544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F26"/>
                </a:solidFill>
                <a:latin typeface="Calibri"/>
              </a:rPr>
              <a:t>Repeat, and report the 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370831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19B"/>
                </a:solidFill>
                <a:latin typeface="Calibri"/>
              </a:rPr>
              <a:t>Every headline figure is n≥4 and quoted with its spread, never as a single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39496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F26"/>
                </a:solidFill>
                <a:latin typeface="Calibri"/>
              </a:rPr>
              <a:t>Running the same script on two different GPUs is what exposed the largest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19B"/>
                </a:solidFill>
                <a:latin typeface="Calibri"/>
              </a:rPr>
              <a:t>Identical phases behaving differently on an RTX 4070 SUPER and an H100 revealed the ordering artifact behind the 7.1× figure.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F26"/>
                </a:solidFill>
                <a:latin typeface="Calibri"/>
              </a:rPr>
              <a:t>Where both models landed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62179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19B"/>
                </a:solidFill>
                <a:latin typeface="Calibr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4592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301752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A919B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2.7×  (2.6–2.8×)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4 runs, abdominal 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F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1.33×  (1.28–1.39×)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F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" y="338328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7E1F"/>
                </a:solidFill>
                <a:latin typeface="Calibri"/>
              </a:rPr>
              <a:t>Still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19B"/>
                </a:solidFill>
                <a:latin typeface="Calibri"/>
              </a:rPr>
              <a:t>INT4's effect on accuracy is measured on one case, not the validation set.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19B"/>
                </a:solidFill>
                <a:latin typeface="Calibri"/>
              </a:rPr>
              <a:t>nnInteractive's compile gain is below the run-to-run spread on small batches.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57E1F"/>
                </a:solidFill>
                <a:latin typeface="Calibri"/>
              </a:rPr>
              <a:t>What I'd do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114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19B"/>
                </a:solidFill>
                <a:latin typeface="Calibri"/>
              </a:rPr>
              <a:t>Run the INT4 comparison across all 881 validation cases, which turns a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19B"/>
                </a:solidFill>
                <a:latin typeface="Calibri"/>
              </a:rPr>
              <a:t>directional finding into a bound worth acting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577840"/>
            <a:ext cx="10515600" cy="12700"/>
          </a:xfrm>
          <a:prstGeom prst="rect">
            <a:avLst/>
          </a:prstGeom>
          <a:solidFill>
            <a:srgbClr val="DD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F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