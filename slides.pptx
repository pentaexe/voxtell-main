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874519"/>
            <a:ext cx="1005840" cy="38100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761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Making Two Segmentation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Models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434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VoxTell  ·  nnInteractive  ·  NVIDIA H100 MIG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80644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Fir cluster, Alliance Canada   ·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models, two prompting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0761B"/>
                </a:solidFill>
                <a:latin typeface="Calibri"/>
              </a:rPr>
              <a:t>VoxTell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Our lab's CVPR submission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free text: “the spleen”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85515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907791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4B-parameter LLM to encode it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C2026"/>
                </a:solidFill>
                <a:latin typeface="Calibri"/>
              </a:rPr>
              <a:t>nnInteractive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18084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0312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CVPR challenge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583179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250545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a 3-D bounding box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985515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907791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text encoder, far cheaper per prompt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84048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160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6"/>
                </a:solidFill>
                <a:latin typeface="Calibri"/>
              </a:rPr>
              <a:t>Both already accurate.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C8F96"/>
                </a:solidFill>
                <a:latin typeface="Calibri"/>
              </a:rPr>
              <a:t>Can they be made faster without giving that up?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is the Dice Similarity Coefficient: overlap between prediction and expert annotation, 0 to 1. Above roughly 0.7 is clinically usable.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number was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B0761B"/>
                </a:solidFill>
                <a:latin typeface="Calibri"/>
              </a:rPr>
              <a:t>2.7×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42900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761B"/>
                </a:solidFill>
                <a:latin typeface="Calibri"/>
              </a:rPr>
              <a:t>What changed each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041648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4425696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text backbone and sliding-window path before timing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87468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809744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271516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193792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Repeat to n≥4 and quote the range, never a single 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71500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97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No correction changed the code. Only how it was measured.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GPUs: identical phases behaved differently on an RTX 4070 SUPER and an H100.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what made it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536192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1.5× faster encode, 2 GB VRAM instead of 8 GB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3950208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0761B"/>
                </a:solidFill>
                <a:latin typeface="Calibri"/>
              </a:rPr>
              <a:t>2.7×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932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2.8× over 4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4389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8C8F96"/>
                </a:solidFill>
                <a:latin typeface="Calibri"/>
              </a:rPr>
              <a:t>3.27s → 1.28s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(63×512×512).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 held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786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0.8090 →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737360"/>
            <a:ext cx="32004" cy="965200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29057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221284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65633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94576" y="257860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022091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94576" y="294436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338785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331012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One-sided, so bias rather than noise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3753611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576" y="3675887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Not measured across the validation 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3619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761B"/>
                </a:solidFill>
                <a:latin typeface="Calibri"/>
              </a:rPr>
              <a:t>torch.compile(network,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0894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01168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91740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1401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kernels, cuts per-call dispatch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88036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0761B"/>
                </a:solidFill>
                <a:latin typeface="Calibri"/>
              </a:rPr>
              <a:t>1.33×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873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  ·  1.28 to 1.39× over 4 runs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46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0873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 ·  294 objects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15264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5074920"/>
            <a:ext cx="7095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0.288s → 0.215s per 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184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5440680"/>
            <a:ext cx="7095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Speed and accuracy come from the same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3172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6974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538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97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0761B"/>
                </a:solidFill>
                <a:latin typeface="Calibri"/>
              </a:rPr>
              <a:t>~22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35387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38912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478688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70916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900 validation cases: clearly worth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225796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514807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664708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558698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Where both models landed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27632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2.7×  (2.6 to 2.8×)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abdominal CT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1.33×  (1.28 to 1.39×)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333756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1B"/>
                </a:solidFill>
                <a:latin typeface="Calibri"/>
              </a:rPr>
              <a:t>Still open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1468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6908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accuracy rests on one case, not the full 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53085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45312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Compile gain sits near the run-to-run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1B"/>
                </a:solidFill>
                <a:latin typeface="Calibri"/>
              </a:rPr>
              <a:t>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468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94576" y="4069080"/>
            <a:ext cx="42611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across all 881 validation cases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453085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4576" y="4453128"/>
            <a:ext cx="42611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Turns a direction into a bound worth acting 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39496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