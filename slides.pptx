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41732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691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6D18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Making Two Segmentation</a:t>
            </a:r>
          </a:p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Models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VoxTell  ·  nnInteractive  ·  NVIDIA H100 MIG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Brian Xiao   ·   Fir cluster, Alliance Canada   · 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Two Models, Two Prompting Styles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86D18"/>
                </a:solidFill>
                <a:latin typeface="Calibri"/>
              </a:rPr>
              <a:t>VoxTell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94560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Our lab's CVPR submission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674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96896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Prompt is free text: “the spleen”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769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999232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Needs a 4B-parameter LLM to encode it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91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C2026"/>
                </a:solidFill>
                <a:latin typeface="Calibri"/>
              </a:rPr>
              <a:t>nnInteractive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94560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CVPR challenge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674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4536" y="2596896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Prompt is a 3-D bounding box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0769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999232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 text encoder, far cheaper per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160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6"/>
                </a:solidFill>
                <a:latin typeface="Calibri"/>
              </a:rPr>
              <a:t>Both already accurate.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C8F96"/>
                </a:solidFill>
                <a:latin typeface="Calibri"/>
              </a:rPr>
              <a:t>Can they be made faster without giving that up?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DSC is the Dice Similarity Coefficient: overlap between prediction and expert annotation, 0 to 1. Above roughly 0.7 is clinically usable.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How the Number Was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C8F96"/>
                </a:solidFill>
                <a:latin typeface="Calibri"/>
              </a:rPr>
              <a:t>VoxTell speedup, as measurement error was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26×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17.6×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no warm-up, cache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7.1×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first arm ate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5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A86D18"/>
                </a:solidFill>
                <a:latin typeface="Calibri"/>
              </a:rPr>
              <a:t>2.7×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703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What Changed Each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114800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Hold precision constant, so quantization cannot pose as algorithmic 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5765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498848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Warm the GPU, text backbone and sliding-window path before timing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960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882896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Assert the embedding cache is empty before every cold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34466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5266944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Repeat to n≥4 and quote the range, never a single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806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No correction changed the code. Only how it was measured.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largest error surfaced by running the same script on two GPUs: identical phases behaved differently on an RTX 4070 SUPER and an H100.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What Made It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00200"/>
          <a:ext cx="10469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8932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0.75 plus crop to non-zero, 25 to 9 patches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INT4 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1.5× faster encode, 2 GB VRAM instead of 8 GB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160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2.7× mean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1032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abdominal CT, H100 MIG  ·  2.6 to 2.8× across 4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4297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C8F96"/>
                </a:solidFill>
                <a:latin typeface="Calibri"/>
              </a:rPr>
              <a:t>One run: 3.27s → 1.28s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Case CT_AMOS_amos_0018 (63×512×512). Both arms run INT4, so precision is held constant and this is algorithmic gain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1C2026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change  ·  0.8090 → 0.8093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C8F96"/>
                </a:solidFill>
                <a:latin typeface="Calibri"/>
              </a:rPr>
              <a:t>65 objects across 5 abdominal CT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657600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Speed optimizations cost no accuracy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1193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4041648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against expert annotation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034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25696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Same checkpoint and fold on both arms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One caveat, stated plainly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318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224028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INT4 quantization is on by default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7020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2432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0.97 agreement with full precision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0861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3008376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Segments 5.5% fewer voxels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4701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3392424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One-sided, so bias rather than noise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85419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3776472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on one case, not the full 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DSC from accuracy_results.csv. The INT4 comparison is n=1 and measures output agreement, not accuracy against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6D18"/>
                </a:solidFill>
                <a:latin typeface="Calibri"/>
              </a:rPr>
              <a:t>torch.compile(network, mode='reduce-overhead')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80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03120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One line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83179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05456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Fuses kernels and cuts per-call dispatch overhead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1.33×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per object, mean of 4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34840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0.288s → 0.215s per object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818888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Range 1.28 to 1.39×, so a 33% gain against an 8% spread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change  ·  294 objects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443484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run showed degradation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0256" y="481888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Speed and accuracy from the same jobs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CPU time held at 6:18 to 6:33 across runs while walltime fell, which is what a GPU-bound workload looks like.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 CT cases from the CVPR validation set, fold='all' checkpoint, H100 MIG 3g.40gb. CPU efficiency 13 to 20% of 8 cores; allocation since reduced to 2.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026"/>
                </a:solidFill>
                <a:latin typeface="Calibri"/>
              </a:rPr>
              <a:t>Compiling costs time before the first prediction.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23.6s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one-time compile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0.071s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saved per object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~22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to break even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114800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Batch of 881 validation cases: clearly worth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63143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553712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Radiologist with 3 scans: never recovered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0703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992624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 batch optimization, and it should not be sold as anything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23.6s measured on node-local /tmp. The shared filesystem is slower, so treat it as a lower bound. About 331 objects at 14.7 objects per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End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2.7×  (2.6 to 2.8×)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abdominal CT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1.33×  (1.28 to 1.39×)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Still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23360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INT4 under-segments by 5.5% on one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407408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Not yet measured across the validation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Next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0256" y="402336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Run INT4 against all 881 validation cases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440740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Turns a direction into a bound worth acting 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