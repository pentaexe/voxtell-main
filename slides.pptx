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1874519"/>
            <a:ext cx="1005840" cy="38100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761B"/>
                </a:solidFill>
                <a:latin typeface="Calibri"/>
              </a:rPr>
              <a:t>CVPR 2025  ·  Medical Image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C2026"/>
                </a:solidFill>
                <a:latin typeface="Calibri"/>
              </a:rPr>
              <a:t>Making Two Segmentation</a:t>
            </a:r>
          </a:p>
          <a:p>
            <a:pPr algn="l"/>
            <a:r>
              <a:rPr sz="4400" b="1">
                <a:solidFill>
                  <a:srgbClr val="1C2026"/>
                </a:solidFill>
                <a:latin typeface="Calibri"/>
              </a:rPr>
              <a:t>Models Faster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434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C8F96"/>
                </a:solidFill>
                <a:latin typeface="Calibri"/>
              </a:rPr>
              <a:t>VoxTell  ·  nnInteractive  ·  NVIDIA H100 MIG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580644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Brian Xiao   ·   Fir cluster, Alliance Canada   · 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Two Models, Two Prompting Styles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583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70432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0761B"/>
                </a:solidFill>
                <a:latin typeface="Calibri"/>
              </a:rPr>
              <a:t>VoxTell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8084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03120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Our lab's CVPR submission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83179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505456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Prompt is free text: “the spleen”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85515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2907791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Needs a 4B-parameter LLM to encode it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600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C2026"/>
                </a:solidFill>
                <a:latin typeface="Calibri"/>
              </a:rPr>
              <a:t>nnInteractive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18084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4536" y="2103120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CVPR challenge baseline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583179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4536" y="2505456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Prompt is a 3-D bounding box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985515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2907791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No text encoder, far cheaper per prompt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384048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160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6"/>
                </a:solidFill>
                <a:latin typeface="Calibri"/>
              </a:rPr>
              <a:t>Both already accurate.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709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8C8F96"/>
                </a:solidFill>
                <a:latin typeface="Calibri"/>
              </a:rPr>
              <a:t>Can they be made faster without giving that up?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DSC is the Dice Similarity Coefficient: overlap between prediction and expert annotation, 0 to 1. Above roughly 0.7 is clinically usable.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How the Number Was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583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70432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813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C8F96"/>
                </a:solidFill>
                <a:latin typeface="Calibri"/>
              </a:rPr>
              <a:t>VoxTell speedup, as measurement error was removed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26×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2491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baseline ran on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39" y="1874519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17.6×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272491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no warm-up, cache mismatch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874519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7.1×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72491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first arm ate start-up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59" y="1874519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B0761B"/>
                </a:solidFill>
                <a:latin typeface="Calibri"/>
              </a:rPr>
              <a:t>2.7×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72491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measured correctly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342900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57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761B"/>
                </a:solidFill>
                <a:latin typeface="Calibri"/>
              </a:rPr>
              <a:t>What Changed Each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119372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041648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Hold precision constant, so quantization cannot pose as algorithmic gain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4503420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36" y="4425696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Warm the GPU, text backbone and sliding-window path before timing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887468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809744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Assert the embedding cache is empty before every cold measurement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5271516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5193792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Repeat to n≥4 and quote the range, never a single 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71500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897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No correction changed the code. Only how it was measured.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The largest error surfaced by running the same script on two GPUs: identical phases behaved differently on an RTX 4070 SUPER and an H100.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What Made It Faster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583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70432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536192"/>
          <a:ext cx="10469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989320"/>
                <a:gridCol w="20116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DSC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Sliding window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tile_step 0.75 plus crop to non-zero, 25 to 9 patches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+0.0003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repeat prompts return a stored tensor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INT4 backbone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1.5× faster encode, 2 GB VRAM instead of 8 GB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0.97 agreement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Numba preprocess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 measurable gain at this volume size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68680" y="3950208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25196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B0761B"/>
                </a:solidFill>
                <a:latin typeface="Calibri"/>
              </a:rPr>
              <a:t>2.7×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09320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abdominal CT, H100 MIG  ·  2.6 to 2.8× over 4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43891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8C8F96"/>
                </a:solidFill>
                <a:latin typeface="Calibri"/>
              </a:rPr>
              <a:t>3.27s → 1.28s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Case CT_AMOS_amos_0018 (63×512×512). Both arms run INT4, so precision is held constant and this is algorithmic gain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583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70432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1C2026"/>
                </a:solidFill>
                <a:latin typeface="Calibri"/>
              </a:rPr>
              <a:t>+0.0003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7860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mean DSC change  ·  0.8090 → 0.8093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C8F96"/>
                </a:solidFill>
                <a:latin typeface="Calibri"/>
              </a:rPr>
              <a:t>65 objects across 5 abdominal CT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737360"/>
            <a:ext cx="32004" cy="965200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One caveat, stated plainly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290572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4576" y="2212848"/>
            <a:ext cx="4261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INT4 quantization is on by default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2656332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94576" y="2578608"/>
            <a:ext cx="4261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0.97 agreement with full precision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3022091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94576" y="2944368"/>
            <a:ext cx="4261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Segments 5.5% fewer voxels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3387852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3310128"/>
            <a:ext cx="4261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One-sided, so bias rather than noise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3753611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4576" y="3675887"/>
            <a:ext cx="42611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Not measured across the validation 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 DSC from accuracy_results.csv. The INT4 comparison is n=1 and measures output agreement, not accuracy against ground truth.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Compiling the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583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70432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3619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761B"/>
                </a:solidFill>
                <a:latin typeface="Calibri"/>
              </a:rPr>
              <a:t>torch.compile(network, mode='reduce-overhead')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08940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011680"/>
            <a:ext cx="8010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One line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491740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414016"/>
            <a:ext cx="8010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Fuses kernels, cuts per-call dispatch overhead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88036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46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B0761B"/>
                </a:solidFill>
                <a:latin typeface="Calibri"/>
              </a:rPr>
              <a:t>1.33×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8736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per object  ·  1.28 to 1.39× over 4 runs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246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C2026"/>
                </a:solidFill>
                <a:latin typeface="Calibri"/>
              </a:rPr>
              <a:t>+0.0002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408736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mean DSC  ·  294 objects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515264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5074920"/>
            <a:ext cx="7095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0.288s → 0.215s per object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51840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5440680"/>
            <a:ext cx="7095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No run showed degradation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20 CT cases from the CVPR validation set, fold='all' checkpoint, H100 MIG 3g.40gb. Speed and accuracy come from the same jobs.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Speedup Is Not Free at the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583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70432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7276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026"/>
                </a:solidFill>
                <a:latin typeface="Calibri"/>
              </a:rPr>
              <a:t>Compiling costs time before the first prediction.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33172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C2026"/>
                </a:solidFill>
                <a:latin typeface="Calibri"/>
              </a:rPr>
              <a:t>23.6s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3872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one-time compile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269748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C2026"/>
                </a:solidFill>
                <a:latin typeface="Calibri"/>
              </a:rPr>
              <a:t>0.071s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353872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saved per object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6974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B0761B"/>
                </a:solidFill>
                <a:latin typeface="Calibri"/>
              </a:rPr>
              <a:t>~22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35387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to break even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38912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478688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709160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Batch of 900 validation cases: clearly worth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5225796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5148072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Radiologist with 3 scans: never recovered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5664708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36" y="5586984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A batch optimization, and it should not be sold as anything else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23.6s measured on node-local /tmp. The shared filesystem is slower, so treat it as a lower bound. About 331 objects at 14.7 objects per case.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End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583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70432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27632"/>
          <a:ext cx="104698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37744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2.7×  (2.6 to 2.8×)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+0.0003 DSC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 runs, abdominal CT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1.33×  (1.28 to 1.39×)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+0.0002 DSC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 runs, 294 objects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68680" y="333756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761B"/>
                </a:solidFill>
                <a:latin typeface="Calibri"/>
              </a:rPr>
              <a:t>Still open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414680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069080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INT4 accuracy rests on one case, not the full 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530852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4453128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Compile gain sits near the run-to-run spread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611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761B"/>
                </a:solidFill>
                <a:latin typeface="Calibri"/>
              </a:rPr>
              <a:t>Next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146804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94576" y="4069080"/>
            <a:ext cx="42611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Run INT4 across all 881 validation cases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4530852"/>
            <a:ext cx="64008" cy="64008"/>
          </a:xfrm>
          <a:prstGeom prst="rect">
            <a:avLst/>
          </a:prstGeom>
          <a:solidFill>
            <a:srgbClr val="B0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4576" y="4453128"/>
            <a:ext cx="42611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Turns a direction into a bound worth acting 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394960"/>
            <a:ext cx="10469880" cy="12700"/>
          </a:xfrm>
          <a:prstGeom prst="rect">
            <a:avLst/>
          </a:prstGeom>
          <a:solidFill>
            <a:srgbClr val="E4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The most useful thing I built was a benchmark that kept catching itself.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