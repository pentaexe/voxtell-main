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912B"/>
                </a:solidFill>
                <a:latin typeface="Calibri"/>
              </a:rPr>
              <a:t>DRAFT — nnInteractive results pending 3-run variance confirmation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Our results: ~0.79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2.27s → 0.55s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Baseline &amp; The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Hardware: NVIDIA GeForce RTX 4070 SUPER (12 GB GDDR6X)  ·  v0_gpu: Qwen3-4B + nnUNet 3D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Latency (v0_gpu, RTX 4070 SUPER)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C8912B"/>
                          </a:solidFill>
                          <a:latin typeface="Calibri"/>
                        </a:rPr>
                        <a:t>Text encoding — BUG: Qwen3-4B silently on CPU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~2.7s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FP32 overflows 12 GB VRAM → CPU fallback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Image preprocessing (numpy)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~0.23s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Crop, z-score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inference (GPU, 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~0.17s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tile_step=0.5, ~343 patches, FP16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Total: ~3.10s per prompt  —  dominated by text encoder running on CPU (silent bug)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Qwen3-4B in FP32 requires ~16 GB VRAM. RTX 4070 SUPER has 12 GB. PyTorch silently falls back to CPU when VRAM is insufficient. Fix: load with dtype=torch.float16 → 8 GB VRAM, stays on GPU.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After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57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Text: 2.7s → 0.02s warm cache  |  Total (no cache): 3.10s → 2.38s on same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356616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8912B"/>
                </a:solidFill>
                <a:latin typeface="Calibri"/>
              </a:rPr>
              <a:t>3.10s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RTX 4070 SUPER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Bug Fix + Three Algorithmic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All measurements on NVIDIA GeForce RTX 4070 SUPER (12 GB)  ·  DSC from experiment_log.md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BUG FIX: FP16 GPU placement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 → keeps encoder on GPU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 encoding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0.5 → 0.75  (343 → 125 patches)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3.6× sliding window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18.7× warm re-query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 crop + z-score normalize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1.4×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02336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Fair GPU-vs-GPU result (fair_benchmark_results.txt)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With Qwen3 on GPU in both configs: v0_gpu (FP16, tile_step=0.5, no cache) 3.10s → v3 (all opts) 2.38s. Algorithmic gain only: 1.3×.  The 46.7× text speedup was eliminating the bug, not an algorithmic optimization.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All optimizations preserve segmentation quality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v0_gpu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FP16 GPU 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Sliding window (0.75)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D7A72"/>
                </a:solidFill>
                <a:latin typeface="Calibri"/>
              </a:rPr>
              <a:t>&lt; 0.001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Below 0.005 threshold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Threshold: any DSC change &lt; 0.005 is within measurement noise for FP16 non-associativity.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nnInteractive is faster than VoxTell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34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 accepts free-text prompts ("brain", "left kidney") — each requires a Qwen3-4B text encoder forward pass even with FP16 on GPU.
nnInteractive accepts a 3-D bounding box directly — no text encoder, the encoder cost is zero. Geometric prompts are sufficient for the CVPR challenge format.
A direct per-prompt latency comparison requires both models on the same hardware. VoxTell H100 numbers are pending retrieval from cluster logs (benchmark_v0gpu_h100.py).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56908464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1.34×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(warm inference)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3.29s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1.34×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⚠  Speedup pending 3 repeat jobs for variance confirmation (within-job paired ratio is stable)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Well below 0.005 threshold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56914757 · fully isolated /tmp inductor cache · all three env vars set before import torch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(run 1)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Warm gain per object (from job 56908464)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0.0736s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 (production gain)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~321 objects (~22 cases)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First case cold vs warm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~25.4s  vs  ~4.38s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= 23.61s ÷ 0.0736s/object = 321 objects = 22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Note: /tmp is node-local fast storage. Production Triton cache on /scratch
(network FS) will read higher. After break-even, all subsequent jobs run at 1.34×.
Shared cache at /scratch/brianx7/cache was not modified.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(~321 objects)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BUG FIX: FP16 GPU placement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dtype=torch.float16 on Qwen3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46.7× text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0.5 → 0.75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3.6× window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18.7× warm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1.4× preprocess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1.34× / object *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VoxTell (RTX 4070 SUPER, experiment_log.md)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Fair GPU-vs-GPU: 3.10s → 2.38s (1.3× algorithmic gain). Bug fix excluded from fair comparison — it was a latent defect, not an optimization. Accuracy maintained (&lt; 0.001 DSC change across all four changes).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92040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nnInteractive (H100 MIG 3g.40gb, Fir cluster, job 56908464)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0.288s → 0.215s per object. DSC 0.7914 → 0.7916 (+0.0002). Speed and accuracy from the same job, same config.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* nnInteractive 1.34× is n=1. Three serialized repeat jobs (nni_rep, singleton) pending — update before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