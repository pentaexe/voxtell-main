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57E1F"/>
                </a:solidFill>
                <a:latin typeface="Calibri"/>
              </a:rPr>
              <a:t>CVPR 2025 ·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4F2EE"/>
                </a:solidFill>
                <a:latin typeface="Calibri"/>
              </a:rPr>
              <a:t>Making Two Segmentation</a:t>
            </a:r>
          </a:p>
          <a:p>
            <a:pPr algn="l"/>
            <a:r>
              <a:rPr sz="4200" b="1">
                <a:solidFill>
                  <a:srgbClr val="F4F2EE"/>
                </a:solidFill>
                <a:latin typeface="Calibri"/>
              </a:rPr>
              <a:t>Models Faster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51960"/>
            <a:ext cx="1097280" cy="381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3AF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7784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7E1F"/>
                </a:solidFill>
                <a:latin typeface="Calibri"/>
              </a:rPr>
              <a:t>VoxTell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Our lab's CVPR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4144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Prompt is free text — “the spleen”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2549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Needs a 4B-parameter LLM to encode it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6F69"/>
                </a:solidFill>
                <a:latin typeface="Calibri"/>
              </a:rPr>
              <a:t>nnInteractive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057400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The CVPR challenge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41448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Prompt is a 3-D bounding 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825496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No text encoder — far cheaper per prompt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49039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F26"/>
                </a:solidFill>
                <a:latin typeface="Calibri"/>
              </a:rPr>
              <a:t>Both already accurate.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A919B"/>
                </a:solidFill>
                <a:latin typeface="Calibri"/>
              </a:rPr>
              <a:t>Can they be made faster without giving that up?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DSC = Dice Similarity Coefficient. Overlap between prediction and expert annotation, 0 to 1. Above ~0.7 is clinically usable.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The first number I reported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926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no warm-up;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57E1F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926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8862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F26"/>
                </a:solidFill>
                <a:latin typeface="Calibri"/>
              </a:rPr>
              <a:t>—  No correction changed the code — only how it was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81727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F26"/>
                </a:solidFill>
                <a:latin typeface="Calibri"/>
              </a:rPr>
              <a:t>—  The optimizations always worked; the benchmark flattered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57216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F26"/>
                </a:solidFill>
                <a:latin typeface="Calibri"/>
              </a:rPr>
              <a:t>—  Caught by running the same script on two different GPUs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Final figure: n=4 repeats · both arms INT4 · GPU and text backbone pre-warmed · embedding cache asserted empty.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VoxTell — what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0876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603504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tile_step 0.75 + crop to non-zero  ·  25 → 9 patches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1.5× faster encode  ·  2 GB VRAM, not 8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393192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2.7×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abdominal CT, H100 MIG  ·  2.6–2.8× over 4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389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8A919B"/>
                </a:solidFill>
                <a:latin typeface="Calibri"/>
              </a:rPr>
              <a:t>3.27s → 1.28s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Case CT_AMOS_amos_0018 (63×512×512). Both arms INT4 — precision held constant, so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VoxTell — accuracy held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D6F69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mean DSC change  ·  0.8090 →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19B"/>
                </a:solidFill>
                <a:latin typeface="Calibri"/>
              </a:rPr>
              <a:t>65 objects,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91640"/>
            <a:ext cx="32004" cy="990599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F26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F26"/>
                </a:solidFill>
                <a:latin typeface="Calibri"/>
              </a:rPr>
              <a:t>—  INT4 quantization is on by default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F26"/>
                </a:solidFill>
                <a:latin typeface="Calibri"/>
              </a:rPr>
              <a:t>—  0.97 agreement with full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F26"/>
                </a:solidFill>
                <a:latin typeface="Calibri"/>
              </a:rPr>
              <a:t>—  Segments 5.5% fewer voxels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F26"/>
                </a:solidFill>
                <a:latin typeface="Calibri"/>
              </a:rPr>
              <a:t>—  One-sided → bias, not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F26"/>
                </a:solidFill>
                <a:latin typeface="Calibri"/>
              </a:rPr>
              <a:t>—  Not measured across the validation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VoxTell DSC from accuracy_results.csv. INT4 comparison is n=1 and measures output agreement, not accuracy vs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nnInteractive —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57E1F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One line changed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5000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—  Fuses kernels, cuts per-call dispatch overhead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57E1F"/>
                </a:solidFill>
                <a:latin typeface="Calibri"/>
              </a:rPr>
              <a:t>1.33×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per object  ·  1.28–1.39× over 4 runs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20040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D6F69"/>
                </a:solidFill>
                <a:latin typeface="Calibri"/>
              </a:rPr>
              <a:t>+0.0002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069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mean DSC  ·  294 objects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F26"/>
                </a:solidFill>
                <a:latin typeface="Calibri"/>
              </a:rPr>
              <a:t>—  0.288s → 0.215s per object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F26"/>
                </a:solidFill>
                <a:latin typeface="Calibri"/>
              </a:rPr>
              <a:t>—  No run showed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20 CT cases, CVPR validation set, fold='all' checkpoint, H100 MIG 3g.40gb. Speed and accuracy from the same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F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23.6s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3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one-time compile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0.071s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52043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saved per 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6517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57E1F"/>
                </a:solidFill>
                <a:latin typeface="Calibri"/>
              </a:rPr>
              <a:t>~22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5204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to break even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434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F26"/>
                </a:solidFill>
                <a:latin typeface="Calibri"/>
              </a:rPr>
              <a:t>—  Batch of 900 validation cases — clearly worth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F26"/>
                </a:solidFill>
                <a:latin typeface="Calibri"/>
              </a:rPr>
              <a:t>—  Radiologist segmenting 3 scans — never recovered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41264"/>
            <a:ext cx="10058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F26"/>
                </a:solidFill>
                <a:latin typeface="Calibri"/>
              </a:rPr>
              <a:t>—  A batch optimization. Shouldn't be sold as anything else.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23.6s measured on node-local /tmp; the shared filesystem is slower, so treat it as a lower bound. ~331 objects at 14.7 obj/case.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How I checked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27432" cy="3048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Hold precision constant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57276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Both arms INT4 — a quantization gain can't pose as an algorithmic 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60320"/>
            <a:ext cx="27432" cy="3048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Warm everything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48716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GPU, text backbone, sliding-window path — or arm one eats the start-up 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474720"/>
            <a:ext cx="27432" cy="3048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Prove the cache is empty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340156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Asserted cleared before each cold measurement, written after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389120"/>
            <a:ext cx="27432" cy="3048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Repeat, quote the 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431596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Every headline figure n≥4, never a single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3492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623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F26"/>
                </a:solidFill>
                <a:latin typeface="Calibri"/>
              </a:rPr>
              <a:t>Two GPUs exposed the largest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Identical phases behaving differently on an RTX 4070 SUPER and an H100 revealed the ordering artifact behind the 7.1×.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Where both models landed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301752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2.7×  (2.6–2.8×)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4 runs, abdominal 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1.33×  (1.28–1.39×)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32918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7E1F"/>
                </a:solidFill>
                <a:latin typeface="Calibri"/>
              </a:rPr>
              <a:t>Still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69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—  INT4 accuracy: one case, not the full 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53128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—  Compile gain sits near run-to-run spread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11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57E1F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069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—  Run INT4 across all 881 validation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45312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—  Turns a direction into a bound worth acting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92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F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