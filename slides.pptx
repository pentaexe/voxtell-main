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912B"/>
                </a:solidFill>
                <a:latin typeface="Calibri"/>
              </a:rPr>
              <a:t>CVPR 2025  ·  MEDICAL IMAGE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2EFE8"/>
                </a:solidFill>
                <a:latin typeface="Calibri"/>
              </a:rPr>
              <a:t>VoxTell &amp; nnInteractive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B0BCC8"/>
                </a:solidFill>
                <a:latin typeface="Calibri"/>
              </a:rPr>
              <a:t>Optimization on NVIDIA H100 MIG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00400"/>
            <a:ext cx="548640" cy="762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08090"/>
                </a:solidFill>
                <a:latin typeface="Calibri"/>
              </a:rPr>
              <a:t>torch.compile  ·  Embedding Cache  ·  Sliding Window  ·  Numba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rrg-jma  ·  Fir cluster (Alliance Canada)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What is Medical Image Segmentation?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C2E"/>
                </a:solidFill>
                <a:latin typeface="Calibri"/>
              </a:rPr>
              <a:t>A CT or MRI scan is a 3-D volume of voxels. A segmentation model draws a precise 3-D boundary around each organ or lesion — producing a binary mask the radiologist or downstream algorithm can act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Accuracy Metric — DSC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Dice Similarity Coefficient (DSC) = 2|A∩B| / (|A|+|B|)
  0 = no overlap     1 = perfect
  &gt; 0.70 = clinically acceptable
  Our results: ~0.79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Why Speed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A hospital CT pipeline may process hundreds of cases per day. Each case has 10–20 objects to segment. Every millisecond saved per object compounds across the full workload.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822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The Two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3444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12B"/>
                </a:solidFill>
                <a:latin typeface="Calibri"/>
              </a:rPr>
              <a:t>VoxTell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691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Lab's CVPR submission
Text-prompt segmentation (Qwen3 LLM)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2.27s → 0.55s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33756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429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7A72"/>
                </a:solidFill>
                <a:latin typeface="Calibri"/>
              </a:rPr>
              <a:t>nnInteractive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CVPR 2025 challenge baseline
Bbox-prompt interactive segmentation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434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0.288s → 0.215s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Baseline Profiling (H100 MIG 3g.40gb)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Calibri"/>
              </a:rPr>
              <a:t>v0_gpu configuration: Qwen3 4B text encoder + nnUNet 3D segmentation head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6858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Text encoding (Qwen3 CPU)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~2.1s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Dominates — runs on CPU by default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Image preprocessing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0.23s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Crop, normalize, patch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nnUNet inference (GPU, 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0.04s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Fast once on GPU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Total per prompt: 2.27s  —  bottleneck is the text encoder on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Optimization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976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①  Move text encoder to GPU with FP16
②  Cache embeddings for repeated prompts
③  Reduce sliding window patch count
④  Numba-accelerate preprocessing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38404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C8912B"/>
                </a:solidFill>
                <a:latin typeface="Calibri"/>
              </a:rPr>
              <a:t>2.27s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478"/>
                </a:solidFill>
                <a:latin typeface="Calibri"/>
              </a:rPr>
              <a:t>baseline per prompt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Four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04 /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Optimization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DSC 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FP16 GPU placement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dtype=torch.float16 on Qwen3 → GPU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46.7× text encoding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Sliding window overlap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tile_step 0.5 → 0.75  (343 → 125 patches)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3.6×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LRU memory + SHA-256 disk cache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18.7× warm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@njit(parallel=True) crop + normalize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1.4×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31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Combined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All four optimizations stack independently. Combined: 2.27s → 0.55s on warm cache.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749039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8912B"/>
                </a:solidFill>
                <a:latin typeface="Calibri"/>
              </a:rPr>
              <a:t>4.1×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44805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combined speedup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3749039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D7A72"/>
                </a:solidFill>
                <a:latin typeface="Calibri"/>
              </a:rPr>
              <a:t>0.55s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44805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warm per prompt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478"/>
                </a:solidFill>
                <a:latin typeface="Calibri"/>
              </a:rPr>
              <a:t>All optimizations preserve segmentation quality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v0_gpu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0.7794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FP16 GPU placement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0.7795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Sliding window (0.75)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0.7800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Embedding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961120" y="1280160"/>
            <a:ext cx="2743200" cy="2560320"/>
          </a:xfrm>
          <a:prstGeom prst="rect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8745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D7A72"/>
                </a:solidFill>
                <a:latin typeface="Calibri"/>
              </a:rPr>
              <a:t>&lt; 0.001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606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D7A72"/>
                </a:solidFill>
                <a:latin typeface="Calibri"/>
              </a:rPr>
              <a:t>ACCURACY MAINTAINED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926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Below 0.005 threshold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Threshold: any DSC change &lt; 0.005 is within measurement noise for FP16 non-associativity.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Calibri"/>
              </a:rPr>
              <a:t>CVPR 2025 challenge baseline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Bbox prompting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User provides a 3-D bounding box around the target object. nnInteractive predicts the segmentation mask inside that box. No text encoder — direct geometric prompt.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autozoom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Iterative refinement at multiple scales. If the initial prediction is confident, it exits early ("No zoom out necessary"). On this CVPR validation set, autozoom never fired — overhead is approximately zero.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36576" cy="762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fold='all' checkpoint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The official CVPR 2025 checkpoint (DSC ~0.79). fold=0 gives ~0.33 DSC — undertrained weights; never compare against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Speed comparison (H100 MIG 3g.40gb)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583680" y="1188720"/>
          <a:ext cx="52120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2606040"/>
              </a:tblGrid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Per-prompt (warm)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VoxTell v3 (optimized)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0.55s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nnInteractive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583680" y="260604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nnInteractive is ~2.6× faster per prompt than optimized VoxTell
because it uses geometric bbox prompts — no 4B text encoder.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Baseline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fold='all', do_autozoom=True, torch_n_threads=os.cpu_count(), H100 MIG 3g.40gb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858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Once per case — image encoding +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(cold, first call)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~2.4s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CUDA kernel JIT — one-time per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Per object ← optimization target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C2E"/>
                </a:solidFill>
                <a:latin typeface="Calibri"/>
              </a:rPr>
              <a:t>A 15-object case: 0.345s set_image + 15 × 0.288s = 4.66s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_predict warm is the bottleneck — set_image is &lt; 8% of case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D7A72"/>
                </a:solidFill>
                <a:latin typeface="Calibri"/>
              </a:rPr>
              <a:t>0.288s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 object (warm baseline)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torch.compile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03520" cy="7772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DC4BC"/>
                </a:solidFill>
                <a:latin typeface="Calibri"/>
              </a:rPr>
              <a:t># One line after session initialization
session.network = torch.compile(
    session.network, mode='reduce-overhead'
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PyTorch normally interprets the model graph in Python on every forward pass. torch.compile traces the graph and emits optimized Triton GPU kernels via the inductor backend. With mode='reduce-overhead', CUDA graphs eliminate CPU→GPU launch latency on repeated calls with identical input shapes — exactly the nnInteractive inference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Key requirements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3444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2710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N_WARMUP =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64592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Warmup 1 triggers Triton compilation (~24s). Warmup 2 stabilizes dispatch (~0.51s). Runs 3+ are fully warm. With N_WARMUP=1, compiled latency reads ~0.54s and speedup ≈ 1.0×.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69748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7340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Env vars before import torch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08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TORCHINDUCTOR_CACHE_DIR is read at import time, not at compile time. Set XDG_CACHE_HOME, TORCH_HOME, and TORCHINDUCTOR_CACHE_DIR before any torch import.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16052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19709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fold='all'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57200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The official checkpoint (DSC ~0.79). fold=0 gives ~0.33 DSC — not a valid comparison baseline.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Speedup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 56908464 · fold='all', autozoom=ON · 20 CT cases · 294 objects · H100 MIG 3g.40gb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1.34×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per-object speedup
(warm inference)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5A6478"/>
                </a:solidFill>
                <a:latin typeface="Calibri"/>
              </a:rPr>
              <a:t>0.288s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baseline _predict
(no compile)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0.215s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compiled _predict
(fully warm)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case-level speedup
(~15-object case)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27432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~15-obj case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(fold='all', autozoom=ON)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4.38s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1.0×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(fold='all', autozoom=ON)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0.215s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3.29s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1.34×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912B"/>
                </a:solidFill>
                <a:latin typeface="Calibri"/>
              </a:rPr>
              <a:t>⚠  Speedup pending 3 repeat jobs for variance confirmation (within-job paired ratio is stable)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Same job as latency (56908464) — speed and accuracy measured under identical 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Experimental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20 CT cases from CVPR 2025 validation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8424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294 objects evaluated (bbox-prompted)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fold='all' checkpoint — same as 0.7794 CodaBench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52344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Ground truth evaluated locally against expert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36391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Baseline and compiled run back-to-back — no config differences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DSC results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4023360"/>
          <a:ext cx="5943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Objects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Difference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0" y="1280160"/>
            <a:ext cx="4389120" cy="4389120"/>
          </a:xfrm>
          <a:prstGeom prst="rect">
            <a:avLst/>
          </a:prstGeom>
          <a:solidFill>
            <a:srgbClr val="E0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14630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9202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+0.0002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9260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478"/>
                </a:solidFill>
                <a:latin typeface="Calibri"/>
              </a:rPr>
              <a:t>Well below 0.005 threshold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3429000"/>
            <a:ext cx="3840480" cy="254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3566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D7A72"/>
                </a:solidFill>
                <a:latin typeface="Calibri"/>
              </a:rPr>
              <a:t>ACCURACY MAINTAINED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93192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Difference within normal FP16
non-associativity noise between
Triton and cuDNN kernels.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Cold Start &amp; Break-even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 56914757 · fully isolated /tmp inductor cache · all three env vars set before import torch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Triton cold-start (run 1)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23.61s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Residual (run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0.513s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Fully warm mean (runs 3–6)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0.125s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Warm gain per object (from job 56908464)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0.0736s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Break-even (production gain)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~321 objects (~22 cases)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First case cold vs warm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~25.4s  vs  ~4.38s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Break-even = 23.61s ÷ 0.0736s/object = 321 objects = 22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Note: /tmp is node-local fast storage. Production Triton cache on /scratch
(network FS) will read higher. After break-even, all subsequent jobs run at 1.34×.
Shared cache at /scratch/brianx7/cache was not modified.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920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~22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478"/>
                </a:solidFill>
                <a:latin typeface="Calibri"/>
              </a:rPr>
              <a:t>cases to break even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3200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(~321 objects)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Summary of All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12 /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Optimization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impact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FP16 GPU placement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dtype=torch.float16 on Qwen3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46.7× text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overlap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0.5 → 0.75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3.6×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18.7× warm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1.4×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torch.compile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compile(network, mode='reduce-overhead')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1.34× / object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776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C2E"/>
                </a:solidFill>
                <a:latin typeface="Calibri"/>
              </a:rPr>
              <a:t>Key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43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VoxTell: 2.27s → 0.55s overall (4.1×). Accuracy maintained (&lt; 0.001 DSC change).
nnInteractive: 0.288s → 0.215s per object (1.34×). DSC 0.7914 → 0.7916 (+0.0002).
Both measured on H100 MIG 3g.40gb · fold='all' checkpoint · Fir cluster (rrg-jma)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912B"/>
                </a:solidFill>
                <a:latin typeface="Calibri"/>
              </a:rPr>
              <a:t>⚠  nnInteractive 1.34× is a single-job result. Three serialized repeat jobs pending for variance confirmation.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