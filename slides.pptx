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912B"/>
                </a:solidFill>
                <a:latin typeface="Calibri"/>
              </a:rPr>
              <a:t>CVPR 2025  ·  MEDICAL IMAGE SEGMENTATION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2EFE8"/>
                </a:solidFill>
                <a:latin typeface="Calibri"/>
              </a:rPr>
              <a:t>VoxTell &amp; nnInteractive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B0BCC8"/>
                </a:solidFill>
                <a:latin typeface="Calibri"/>
              </a:rPr>
              <a:t>Optimization on NVIDIA H100 MIG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00400"/>
            <a:ext cx="548640" cy="762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08090"/>
                </a:solidFill>
                <a:latin typeface="Calibri"/>
              </a:rPr>
              <a:t>torch.compile  ·  Embedding Cache  ·  Sliding Window  ·  Numba Preprocessing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Brian Xiao  ·  rrg-jma  ·  Fir cluster (Alliance Canada)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Brian Xiao  ·  Aug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What is Medical Image Segmentation?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C2E"/>
                </a:solidFill>
                <a:latin typeface="Calibri"/>
              </a:rPr>
              <a:t>A CT or MRI scan is a 3-D volume of voxels. A segmentation model draws a precise 3-D boundary around each organ or lesion — producing a binary mask the radiologist or downstream algorithm can act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Accuracy Metric — DSC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C2E"/>
                </a:solidFill>
                <a:latin typeface="Calibri"/>
              </a:rPr>
              <a:t>Dice Similarity Coefficient (DSC) = 2|A∩B| / (|A|+|B|)
  0 = no overlap     1 = perfect
  &gt; 0.70 = clinically acceptable
  Our results: ~0.79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Why Speed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C2E"/>
                </a:solidFill>
                <a:latin typeface="Calibri"/>
              </a:rPr>
              <a:t>A hospital CT pipeline may process hundreds of cases per day. Each case has 10–20 objects to segment. Every millisecond saved per object compounds across the full workload.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822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The Two Models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234440"/>
            <a:ext cx="5303520" cy="1737360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325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12B"/>
                </a:solidFill>
                <a:latin typeface="Calibri"/>
              </a:rPr>
              <a:t>VoxTell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6916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Lab's CVPR submission
Text-prompt segmentation (Qwen3 LLM)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31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2.27s → 0.55s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337560"/>
            <a:ext cx="5303520" cy="1737360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429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7A72"/>
                </a:solidFill>
                <a:latin typeface="Calibri"/>
              </a:rPr>
              <a:t>nnInteractive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7947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CVPR 2025 challenge baseline
Bbox-prompt interactive segmentation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434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0.288s → 0.215s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Baseline &amp; The Bug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Hardware: NVIDIA GeForce RTX 4070 SUPER (12 GB GDDR6X)  ·  v0_gpu: Qwen3-4B + nnUNet 3D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7772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Latency (v0_gpu, RTX 4070 SUPER)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C8912B"/>
                          </a:solidFill>
                          <a:latin typeface="Calibri"/>
                        </a:rPr>
                        <a:t>Text encoding — BUG: Qwen3-4B silently on CPU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~2.7s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FP32 overflows 12 GB VRAM → CPU fallback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Image preprocessing (numpy)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~0.23s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Crop, z-score normalize, patch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inference (GPU, warm)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~0.17s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tile_step=0.5, ~343 patches, FP16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Total: ~3.10s per prompt  —  dominated by text encoder running on CPU (silent bug)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1188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Root cause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319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Qwen3-4B in FP32 requires ~16 GB VRAM. RTX 4070 SUPER has 12 GB. PyTorch silently falls back to CPU when VRAM is insufficient. Fix: load with dtype=torch.float16 → 8 GB VRAM, stays on GPU.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3776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After 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57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Text: 2.7s → 0.02s warm cache  |  Total (no cache): 3.10s → 2.38s on same hardware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3566160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8912B"/>
                </a:solidFill>
                <a:latin typeface="Calibri"/>
              </a:rPr>
              <a:t>3.10s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RTX 4070 SUPER baseline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Bug Fix + Three Algorithmic Optimizations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All measurements on NVIDIA GeForce RTX 4070 SUPER (12 GB)  ·  DSC from experiment_log.md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972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DSC change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BUG FIX: FP16 GPU placement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dtype=torch.float16 on Qwen3 → keeps encoder on GPU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46.7× text encoding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&lt; 0.001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overlap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tile_step 0.5 → 0.75  (343 → 125 patches)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3.6× sliding window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LRU memory + SHA-256 disk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18.7× warm re-query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Numba preprocessing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@njit(parallel=True) crop + z-score normalize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1.4× preprocessing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023360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Fair GPU-vs-GPU result (fair_benchmark_results.txt)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43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With Qwen3 on GPU in both configs: v0_gpu (FP16, tile_step=0.5, no cache) 3.10s → v3 (all opts) 2.38s. Algorithmic gain only: 1.3×.  The 46.7× text speedup was eliminating the bug, not an algorithmic optimization.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Accuracy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478"/>
                </a:solidFill>
                <a:latin typeface="Calibri"/>
              </a:rPr>
              <a:t>All optimizations preserve segmentation quality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DSC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vs Baseline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v0_gpu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0.7794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FP16 GPU placement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0.7795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Sliding window (0.75)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0.7800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Embedding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961120" y="1280160"/>
            <a:ext cx="2743200" cy="2560320"/>
          </a:xfrm>
          <a:prstGeom prst="rect">
            <a:avLst/>
          </a:prstGeom>
          <a:solidFill>
            <a:srgbClr val="E8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1463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DSC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87451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D7A72"/>
                </a:solidFill>
                <a:latin typeface="Calibri"/>
              </a:rPr>
              <a:t>&lt; 0.001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606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D7A72"/>
                </a:solidFill>
                <a:latin typeface="Calibri"/>
              </a:rPr>
              <a:t>ACCURACY MAINTAINED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926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Below 0.005 threshold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Threshold: any DSC change &lt; 0.005 is within measurement noise for FP16 non-associativity.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478"/>
                </a:solidFill>
                <a:latin typeface="Calibri"/>
              </a:rPr>
              <a:t>CVPR 2025 challenge baseline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36576" cy="762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Bbox prompting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User provides a 3-D bounding box around the target object. nnInteractive predicts the segmentation mask inside that box. No text encoder — direct geometric prompt.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97480"/>
            <a:ext cx="36576" cy="762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autozoom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Iterative refinement at multiple scales. If the initial prediction is confident, it exits early ("No zoom out necessary"). On this CVPR validation set, autozoom never fired — overhead is approximately zero.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06240"/>
            <a:ext cx="36576" cy="762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519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fold='all' checkpoint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177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The official CVPR 2025 checkpoint (DSC ~0.79). fold=0 gives ~0.33 DSC — undertrained weights; never compare against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Why nnInteractive is faster than VoxTell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2344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VoxTell accepts free-text prompts ("brain", "left kidney") — each requires a Qwen3-4B text encoder forward pass even with FP16 on GPU.
nnInteractive accepts a 3-D bounding box directly — no text encoder, the encoder cost is zero. Geometric prompts are sufficient for the CVPR challenge format.
A direct per-prompt latency comparison requires both models on the same hardware. VoxTell H100 numbers are pending retrieval from cluster logs (benchmark_v0gpu_h100.py).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Baseline Profiling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fold='all', do_autozoom=True, torch_n_threads=os.cpu_count(), H100 MIG 3g.40gb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6858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set_image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Once per case — image encoding + preprocessing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_predict (cold, first call)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~2.4s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CUDA kernel JIT — one-time per session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_predict (warm)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0.288s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Per object ← optimization target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246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C2E"/>
                </a:solidFill>
                <a:latin typeface="Calibri"/>
              </a:rPr>
              <a:t>A 15-object case: 0.345s set_image + 15 × 0.288s = 4.66s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_predict warm is the bottleneck — set_image is &lt; 8% of case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26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D7A72"/>
                </a:solidFill>
                <a:latin typeface="Calibri"/>
              </a:rPr>
              <a:t>0.288s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703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per object (warm baseline)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torch.compile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Implementation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03520" cy="77724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8872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DC4BC"/>
                </a:solidFill>
                <a:latin typeface="Calibri"/>
              </a:rPr>
              <a:t># One line after session initialization
session.network = torch.compile(
    session.network, mode='reduce-overhead'
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PyTorch normally interprets the model graph in Python on every forward pass. torch.compile traces the graph and emits optimized Triton GPU kernels via the inductor backend. With mode='reduce-overhead', CUDA graphs eliminate CPU→GPU launch latency on repeated calls with identical input shapes — exactly the nnInteractive inference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Key requirements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3444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2710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N_WARMUP =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64592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Warmup 1 triggers Triton compilation (~24s). Warmup 2 stabilizes dispatch (~0.51s). Runs 3+ are fully warm. With N_WARMUP=1, compiled latency reads ~0.54s and speedup ≈ 1.0×.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69748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7340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Env vars before import torch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1089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TORCHINDUCTOR_CACHE_DIR is read at import time, not at compile time. Set XDG_CACHE_HOME, TORCH_HOME, and TORCHINDUCTOR_CACHE_DIR before any torch import.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416052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419709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fold='all' required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57200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The official checkpoint (DSC ~0.79). fold=0 gives ~0.33 DSC — not a valid comparison baseline.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Speedup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Jobs 56923894–896 (n=3 repeats) + 56908464 · fold='all', autozoom=ON · 20 CT cases · 294 objects · H100 MIG 3g.40gb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1.33×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per-object speedup
(n=3: 1.28–1.39×)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5A6478"/>
                </a:solidFill>
                <a:latin typeface="Calibri"/>
              </a:rPr>
              <a:t>0.288s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baseline _predict
(no compile)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0.215s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compiled _predict
(fully warm)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1.33×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case-level speedup
(~15-object case)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274320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set_image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_predict (warm)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~15-obj case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Baseline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(fold='all', autozoom=ON)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0.288s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4.38s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1.0×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torch.compile (fold='all', autozoom=ON)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0.215s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3.30s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1.33×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D7A72"/>
                </a:solidFill>
                <a:latin typeface="Calibri"/>
              </a:rPr>
              <a:t>✓  Confirmed across n=3 repeats (jobs 56923894–896). Range: 1.28×–1.39×. DSC Δ ≤ +0.0004 across all runs — accuracy stable.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Accuracy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Same job as latency (56908464) — speed and accuracy measured under identical conditions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Experimental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20 CT cases from CVPR 2025 validation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84248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294 objects evaluated (bbox-prompted)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68296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fold='all' checkpoint — same as 0.7794 CodaBench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52344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Ground truth evaluated locally against expert annotations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36391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Baseline and compiled run back-to-back — no config differences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DSC results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4023360"/>
          <a:ext cx="5943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 DSC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Objects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(fold='all')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0.7914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294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torch.compile (fold='all')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0.7916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Difference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+0.0002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0" y="1280160"/>
            <a:ext cx="4389120" cy="4389120"/>
          </a:xfrm>
          <a:prstGeom prst="rect">
            <a:avLst/>
          </a:prstGeom>
          <a:solidFill>
            <a:srgbClr val="E0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14630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DSC 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92024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D7A72"/>
                </a:solidFill>
                <a:latin typeface="Calibri"/>
              </a:rPr>
              <a:t>+0.0002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9260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6478"/>
                </a:solidFill>
                <a:latin typeface="Calibri"/>
              </a:rPr>
              <a:t>Well below 0.005 threshold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3429000"/>
            <a:ext cx="3840480" cy="254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35661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D7A72"/>
                </a:solidFill>
                <a:latin typeface="Calibri"/>
              </a:rPr>
              <a:t>ACCURACY MAINTAINED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93192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Difference within normal FP16
non-associativity noise between
Triton and cuDNN kernels.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Cold Start &amp; Break-even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Job 56914757 · fully isolated /tmp inductor cache · all three env vars set before import torch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6858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Triton cold-start (run 1, job 56914757)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23.61s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Residual (run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0.513s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Fully warm mean (runs 3–6)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0.125s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Mean warm gain per object (n=4 jobs)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0.0706s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Break-even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~334 objects (~23 cases)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9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First case cold vs warm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~25.4s  vs  ~4.38s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Break-even = 23.61s ÷ 0.0706s/object = ~334 objects = ~23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Note: /tmp is node-local fast storage. Production Triton cache on /scratch (NFS) will be higher.
23.61s is a lower bound for a from-scratch deployment.
After break-even, all subsequent objects run at 1.33×.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9202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D7A72"/>
                </a:solidFill>
                <a:latin typeface="Calibri"/>
              </a:rPr>
              <a:t>~23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28346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6478"/>
                </a:solidFill>
                <a:latin typeface="Calibri"/>
              </a:rPr>
              <a:t>cases to break even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32004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(~334 objects)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Summary of All Optimizations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12 /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Optimization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DSC impact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VoxTell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BUG FIX: FP16 GPU placement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dtype=torch.float16 on Qwen3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46.7× text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&lt; 0.001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overlap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tile_step 0.5 → 0.75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3.6× window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LRU memory + SHA-256 disk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18.7× warm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Numba preprocessing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@njit(parallel=True)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1.4× preprocess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nnInteractive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torch.compile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compile(network, mode='reduce-overhead')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1.33× / object (n=3)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+0.0002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77639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VoxTell (RTX 4070 SUPER, experiment_log.md)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Fair GPU-vs-GPU: 3.10s → 2.38s (1.3× algorithmic gain). Bug fix excluded from fair comparison — it was a latent defect, not an optimization. Accuracy maintained (&lt; 0.001 DSC change across all four changes).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92040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nnInteractive (H100 MIG 3g.40gb, Fir cluster, job 56908464)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0.288s → 0.215s per object. Mean speedup 1.33× (n=3: 1.28–1.39×). DSC Δ ≤ +0.0004. Speed and accuracy from same job, same config. Break-even ~69 cases (/scratch).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