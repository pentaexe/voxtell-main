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nnInteractive: 0.779  (881 CT cases)
  VoxTell: 0.809  (5 CT cases)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Why the Original 26× Was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Correctly measured (RTX, n=5)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(INT4, on GPU)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0.151s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The FP32 harness bug put this on CPU at 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0.075s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(tile_step=0.5)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1.92s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4 patches on this volume,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Correctly measured baseline: 2.18s.  The reported 3.10s came from the encoder running on CPU.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 — in the BENCHMARK, not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baseline harness loaded Qwen3-4B in FP32 (~16 GB) on a 12 GB card, so PyTorch silently ran the encoder on CPU. VoxTell itself has always loaded FP16 or INT4 — there is no FP32 path in the model code. This inflated the baseline,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Correcting it is a measurement fix, not an optimization — so it earns no row in the speedup table. The 3.10s figure was the bug, not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5661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8912B"/>
                </a:solidFill>
                <a:latin typeface="Calibri"/>
              </a:rPr>
              <a:t>2.18s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correct RTX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Four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 v0_gpu 3.27s → v3 1.28s  =  2.7× (range 2.6–2.8×)
Both arms INT4 (NF4). GPU, text backbone and sliding-window path pre-warmed; embed cache verified cold.
Measured on CT, not the MNI brain: at 189×233×197 against a 192³ patch the brain gives 4 patches at either tile_step, so it cannot exercise these optimizations.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Speed optimizations preserve DSC; INT4 quantization changes the output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v0_gpu  (tile_step=0.5)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0.8090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v3  (tile_step=0.75)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0.8093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INT4 vs FP16 backbone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agreement 0.9716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−5.5% voxels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bit-identical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returns stored tensor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D7A72"/>
                </a:solidFill>
                <a:latin typeface="Calibri"/>
              </a:rPr>
              <a:t>+0.0003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n = 65 objects, 5 CT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VoxTell DSC from accuracy_results.csv (5 AMOS CT cases, 65 objects). No pass/fail threshold applied. INT4 agreement is n=1 and measures output change, not accuracy vs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2.7× algorithmic gain (n=4, range 2.6–2.8×),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+ crop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0.75, crop-to-nonzero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2.9× window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29× warm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text backbone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bitsandbytes, ~2 GB vs ~8 GB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1.5× fwd pass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DSC 0.97, −5.5% vox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3.27s → 1.28s = 2.7× algorithmic, range 2.6–2.8×, both arms INT4.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n=4)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~331 objects (~22 cases).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C2E"/>
                </a:solidFill>
                <a:latin typeface="Calibri"/>
              </a:rPr>
              <a:t>How these numbers were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Every arm precision-matched (both INT4); GPU, text backbone and sliding-window path warmed before timing; embed cache asserted empty before each cold measurement; every figure repeated n≥4 and cited with its range.
Running the same script on two GPUs is what caught the errors: identical phases behaving differently on RTX vs H100 exposed an ordering artifact that had inflated an earlier result to 7.1×.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