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1417320"/>
            <a:ext cx="1005840" cy="3810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691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6D18"/>
                </a:solidFill>
                <a:latin typeface="Calibri"/>
              </a:rPr>
              <a:t>Peter Munk Cardiac Centre  ·  AI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C2026"/>
                </a:solidFill>
                <a:latin typeface="Calibri"/>
              </a:rPr>
              <a:t>Text and Box Prompted</a:t>
            </a:r>
          </a:p>
          <a:p>
            <a:pPr algn="l"/>
            <a:r>
              <a:rPr sz="4400" b="1">
                <a:solidFill>
                  <a:srgbClr val="1C2026"/>
                </a:solidFill>
                <a:latin typeface="Calibri"/>
              </a:rPr>
              <a:t>3D Medical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C8F96"/>
                </a:solidFill>
                <a:latin typeface="Calibri"/>
              </a:rPr>
              <a:t>Architecture  ·  Optimization  ·  Measurement  · 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Brian Xiao   ·   VoxTell and nnInteractive   ·   Fir cluster, Alliance Canada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What This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45920"/>
          <a:ext cx="10469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583680"/>
                <a:gridCol w="1691640"/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Part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Content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Slides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1. Context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The task, and two ways of prompting a segmentation model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3 to 5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2. Architecture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How VoxTell and nnInteractive are actually built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6 to 17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3. Optimization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Four changes, what each one bought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18 to 24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4. Measurement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Four artifacts that inflated the result, and the fixes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25 to 32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5. Results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Speed and accuracy, with the caveats attached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33 to 39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6. Deployment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Skills, MCP and plugins, and the validation gate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40 to 46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7. Limits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Where the models fail, and what is still open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47 to 51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Calibri"/>
              </a:rPr>
              <a:t>The measurement section is the part I would most want questions 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The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C2026"/>
                </a:solidFill>
                <a:latin typeface="Calibri"/>
              </a:rPr>
              <a:t>Given a 3D scan, outline a structure.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3637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28600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Input is a volume: a CT or MR study, typically 200 to 900 slices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209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74320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Output is a binary mask, one voxel label per position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2781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20040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Scored with Dice Similarity Coefficient: overlap with expert annotation, 0 to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353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65760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Manual annotation of one organ across a volume takes a trained reader tens of minutes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297680"/>
            <a:ext cx="10469880" cy="137160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Why it is hard in 3D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7548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 512 x 512 x 400 volume is 105 million voxels. It does not fit in GPU memory as one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forward pass, so the volume is tiled into overlapping patches and stitched back together.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That tiling is where most of the inference time goes, and where most of the speedups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DSC above roughly 0.7 is generally considered clinically usable. Lesions score well below organs for every model in this class.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Two Ways to Say What You Want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86D18"/>
                </a:solidFill>
                <a:latin typeface="Calibri"/>
              </a:rPr>
              <a:t>Text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4754880" cy="5486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31136"/>
            <a:ext cx="442569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segment("the spleen")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580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880360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Any structure the language model can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7870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300984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No interaction needed, so it batches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993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721608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Requires a language model in the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21995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142232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Accepts any string, including nonsense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Calibri"/>
              </a:rPr>
              <a:t>Spatial 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2103120"/>
            <a:ext cx="4754880" cy="10058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231136"/>
            <a:ext cx="442569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segment(bbox=[[z0,z1],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            [y0,y1],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            [x0,x1]])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4152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3337560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box defines the target, so no vocabulary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83590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74536" y="3758184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Cheap: no text encoder at all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42565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4178808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Needs a human to place the box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67715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74536" y="4599432"/>
            <a:ext cx="45354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Cannot be wrong about what you meant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492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Calibri"/>
              </a:rPr>
              <a:t>The tradeoff drives everything downstream: cost, failure modes, and what can be automated.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The Two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45920"/>
          <a:ext cx="104698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4251960"/>
              </a:tblGrid>
              <a:tr h="4049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VoxTell v1.1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nnInteractive v1.0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Free text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Point, scribble, box, lasso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DKFZ, CVPR 2026 submission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DKFZ, CVPR 2025 challenge baseline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Residual Encoder U-Net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Residual Encoder U-Net (ResEnc-L)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Patch size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192 x 192 x 192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192 x 192 x 192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049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Extra cost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Qwen3-Embedding-4B text encoder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049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Training scale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Not published in the checkpoint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64,518 volumes, 717,148 objects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892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Calibri"/>
              </a:rPr>
              <a:t>Same backbone family, same patch size, completely different front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VoxTell rows read from models/voxtell_v1.1/plans.json. nnInteractive rows from arXiv 2503.08373 and this project's own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43200"/>
            <a:ext cx="1005840" cy="3810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6D18"/>
                </a:solidFill>
                <a:latin typeface="Calibr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026"/>
                </a:solidFill>
                <a:latin typeface="Calibri"/>
              </a:rPr>
              <a:t>Architecture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73736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81965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Preprocess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06654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crop to non-zero, z-score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19385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3736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181965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Text 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06654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Qwen3-Embedding-4B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385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1965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Sliding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06654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192 cubed patches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93852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73736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81965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Postprocess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06654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sigmoid, insert crop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9260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Where the time went, before optimization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68680" y="3337560"/>
          <a:ext cx="55778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Time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Preprocessing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0.09s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2.8%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Text embedding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2.17s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67.3%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Sliding window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0.94s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29.2%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Postprocessing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0.02s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0.6%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675120" y="36438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3566160"/>
            <a:ext cx="4352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Text embedding dominated, so caching it was the first target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1468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94576" y="4069080"/>
            <a:ext cx="4352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Sliding window is the floor: it is the actual segmentation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75120" y="46497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4576" y="4572000"/>
            <a:ext cx="43525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Preprocessing and postprocessing are noise at this volume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RTX 4070 SUPER, 1 prompt, warm model, no cache. OPTIMIZATION_REPORT_COMPACT.md section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Segmentation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6D18"/>
                </a:solidFill>
                <a:latin typeface="Consolas"/>
              </a:rPr>
              <a:t>dynamic_network_architectures.architectures.unet.ResidualEncoderUNet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011680"/>
          <a:ext cx="6035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371600"/>
                <a:gridCol w="1097280"/>
                <a:gridCol w="1371600"/>
                <a:gridCol w="1280160"/>
              </a:tblGrid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Blocks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Stride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Resolution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1, 1, 1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192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2, 2, 2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96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2, 2, 2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48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2, 2, 2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24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2, 2, 2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12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320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2, 2, 2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6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23760" y="21808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3216" y="2103120"/>
            <a:ext cx="3895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Six stages, 32x total downsampling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683763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216" y="2606039"/>
            <a:ext cx="3895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Residual blocks weighted to the deep stages, where context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1866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216" y="3108960"/>
            <a:ext cx="3895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Conv3d with InstanceNorm3d and LeakyReLU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36896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3611880"/>
            <a:ext cx="3895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Decoder is light: one conv per stage, transposed conv upsampling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41925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43216" y="4114800"/>
            <a:ext cx="38953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Deep supervision off at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Read from models/voxtell_v1.1/plans.json, configurations.3d_fullres.architecture.arch_kwargs.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The Text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691640"/>
            <a:ext cx="2377440" cy="73152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77393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Prompt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02082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"the spleen"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01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691640"/>
            <a:ext cx="2834640" cy="73152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67328" y="1773936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Qwen3-Embedding-4B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2020824"/>
            <a:ext cx="26151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4B parameter encoder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01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691640"/>
            <a:ext cx="2194560" cy="73152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13448" y="1773936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020824"/>
            <a:ext cx="1975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2560 dimensions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1901952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59" y="1691640"/>
            <a:ext cx="1828800" cy="73152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19487" y="1773936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Query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9487" y="2020824"/>
            <a:ext cx="16093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2048 dimensions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880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6D18"/>
                </a:solidFill>
                <a:latin typeface="Calibri"/>
              </a:rPr>
              <a:t>The projection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291840"/>
            <a:ext cx="5852160" cy="137160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1" y="3419856"/>
            <a:ext cx="552297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self.project_text_embed = nn.Sequential(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  nn.Linear(text_embedding_dim, 2048),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  nn.GELU(),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  nn.Linear(2048, query_dim),   # query_dim = 2048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34152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8896" y="3337560"/>
            <a:ext cx="4169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A 4B parameter language model runs before any segmentation starts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39182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8896" y="3840480"/>
            <a:ext cx="4169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That is the entire reason text prompting is expensive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44211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8896" y="4343400"/>
            <a:ext cx="4169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It is also fully cacheable: the same prompt always gives the same vector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49240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68896" y="4846320"/>
            <a:ext cx="41696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This observation is optimization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Projection from voxtell/model/voxtell_model.py. Embedding width from OPTIMIZATION_REPORT_COMPACT.md section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How Text Becomes a Mask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A MaskFormer style head. The text embedding is used as a query, not as a class label.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185415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Text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43230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2048-d, from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304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10312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185415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Transformer decoder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43230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6 layers, 8 heads, pre-norm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304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0312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185415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Per-stage projection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3230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2048 to channels x 32 heads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30428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10312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2185415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Dot with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432303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mask logits per scale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3238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3246120"/>
            <a:ext cx="10204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decoder attends over image features at stage 4 (320 channels, 12 cubed), with a 3D positional encoding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85419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3776472"/>
            <a:ext cx="10204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refined query is projected separately for each of 5 mask-former stages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38454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4306824"/>
            <a:ext cx="10204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 dot product between query and decoder feature map gives the mask at that scale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4914899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837175"/>
            <a:ext cx="10204704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So the prompt does not select from a fixed label set. It parameterises the mask directly, which is why the vocabulary is open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Dimensions read from the checkpoint, not from constructor defaults, which disagree: project_text_embed is (2048, 2560), pos_embed is 1728 = 12 cubed, and the stage-4 projection is 10240 = 320 x 32 heads.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Prompt Decoder Internals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45920"/>
          <a:ext cx="6309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2834640"/>
              </a:tblGrid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d_model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query dimension throughout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Layers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TRANSFORMER_NUM_LAYERS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Heads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TRANSFORMER_NUM_HEADS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Feedforward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2048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inner width of each layer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Norm placement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Pre-norm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normalize_before=True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Positional encoding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3D sinusoidal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flattened over h, w, 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Attention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Self then cross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query attends to image features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86D18"/>
                </a:solidFill>
                <a:latin typeface="Calibri"/>
              </a:rPr>
              <a:t>Each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2148840"/>
            <a:ext cx="3840480" cy="137160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62671" y="2276856"/>
            <a:ext cx="351129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self_attn  (query to query)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multihead_attn  (query to image)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linear1 -&gt; GELU -&gt; linear2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three LayerNorms, residual adds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37810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17536" y="3703320"/>
            <a:ext cx="3621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Standard transformer decoder, used for prompt fusion rather than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434797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7536" y="4270248"/>
            <a:ext cx="362102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Cheap next to the 4B text encoder: it runs on a single 2048-d query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voxtell/model/transformer.py, with every width confirmed against fold_0/checkpoint_final.pth rather than the constructor defaults.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One Design Choice That Matters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645920"/>
            <a:ext cx="10424160" cy="5486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773936"/>
            <a:ext cx="10094976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"data_identifier": "nnUNetResEncUNetLPlans_noResampling_3d_fullres"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2026"/>
                </a:solidFill>
                <a:latin typeface="Calibri"/>
              </a:rPr>
              <a:t>VoxTell v1.1 does not resample to a target spacing.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952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301752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Most nnU-Net configurations resample every scan to a fixed voxel size first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5524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47472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This one does not, and the inference path has no resampling step either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0096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93192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So the network sees voxels at whatever spacing the scan was acquired 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4668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38912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Through a fixed 192 cubed patch, that changes the physical field of view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68680" y="489204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Acquired spacing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What one patch covers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1.0 mm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192 mm of anatomy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5.0 mm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960 mm, longer than a torso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766560" y="50292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D18"/>
                </a:solidFill>
                <a:latin typeface="Calibri"/>
              </a:rPr>
              <a:t>This turns into a measured accuracy</a:t>
            </a:r>
          </a:p>
          <a:p>
            <a:pPr algn="l"/>
            <a:r>
              <a:rPr sz="1400" b="1">
                <a:solidFill>
                  <a:srgbClr val="A86D18"/>
                </a:solidFill>
                <a:latin typeface="Calibri"/>
              </a:rPr>
              <a:t>falloff on slide 48.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plans.json, configurations.3d_fullres.data_identifier. Confirmed by grep over voxtell/inference/predictor.py: no resampling call.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nnInteractive: Inference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78308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7" y="186537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Set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7" y="211226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volume, no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19842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8308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8" y="186537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Add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211226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box, point, scribble, lasso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61888" y="19842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86537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AutoZoom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1226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expand ROI until captured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198424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78308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70848" y="186537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Refine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0848" y="211226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sliding window at full 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0495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8136" y="297180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No text encoder, so cost per prompt starts far lower than VoxTell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5524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347472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Interactive by design: the model expects to be corrected and re-run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4055363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8136" y="3977639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session holds the image, so repeated prompts on one volume are cheap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" y="45582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" y="448056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checkpoint must be loaded with fold='all'. Using fold 0 scores about 0.33 DSC and is not a valid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API from nnInteractive v1.0. The fold='all' requirement was found the hard way on this project and is documented in the plugin skill.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nnInteractive: Early Prompting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Calibri"/>
              </a:rPr>
              <a:t>Prompts are not a separate branch. They are extra input channels.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148840"/>
          <a:ext cx="6035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14400"/>
                <a:gridCol w="2926080"/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Channel group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Carries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Image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the scan itself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Point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positive and negative clicks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Scribble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positive and negative strokes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Lasso and box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the two share one pair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Previous prediction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the model's own last output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223760" y="23180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3216" y="2240280"/>
            <a:ext cx="38953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The network is a U-Net over a stack of channels, not an encoder plus a prompt 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8849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3216" y="2807208"/>
            <a:ext cx="38953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Feeding the previous prediction back is what makes refinement iterative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345186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216" y="3374136"/>
            <a:ext cx="38953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A correction is just another channel edit and another forward pass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401878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43216" y="3941064"/>
            <a:ext cx="38953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Backbone is the nnU-Net Residual Encoder L configuration, the same family as VoxTell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arXiv 2503.08373, early prompting. The paper describes the channel groups; the exact total is not quoted here because the paper does not state it in one place.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nnInteractive: AutoZoom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Calibri"/>
              </a:rPr>
              <a:t>The model decides its own field of view.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28600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36829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Predict in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61518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start tight around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4871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28600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36829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Check borders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61518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does the mask touch the edge?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4871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28600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236829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Zoom out 1.5x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61518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repeat, up to 4x total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9368" y="2487168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C8F96"/>
                </a:solidFill>
                <a:latin typeface="Calibr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2286000"/>
            <a:ext cx="237744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236829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Resize and refine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70848" y="2615184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sliding window at full 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5524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347472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Small objects never pay for a whole-volume pass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4055363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3977639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Large objects still get captured, because the ROI grows until the mask stops touching the border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5582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448056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cost is data dependent, which makes per object timing noisier than VoxTell's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0612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8136" y="498348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do_autozoom=True is the default and was left on for every measurement here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arXiv 2503.08373: ROI expands by a factor of 1.5 iteratively, up to 4x zoom out, then the low resolution mask is resized and refined with a sliding window.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nnInteractive: Training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C2026"/>
                </a:solidFill>
                <a:latin typeface="Calibri"/>
              </a:rPr>
              <a:t>120+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32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public 3D datasets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C2026"/>
                </a:solidFill>
                <a:latin typeface="Calibri"/>
              </a:rPr>
              <a:t>64,518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532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volumes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19" y="17830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A86D18"/>
                </a:solidFill>
                <a:latin typeface="Calibri"/>
              </a:rPr>
              <a:t>717,148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19" y="2532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annotated objects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369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9184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Spans CT, MR, PET, ultrasound and microscopy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724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79476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That breadth is the reason a bounding box generalises to structures it was never given a name for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3754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429768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It is also why the vocabulary question does not arise: there is no label set to be outside of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783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80060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VoxTell trades that for the ability to be asked in words, which is a different kind of generality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arXiv 2503.08373. Figures are the paper's, not measured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Architectures Side by 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45920"/>
          <a:ext cx="104698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160520"/>
                <a:gridCol w="4206240"/>
              </a:tblGrid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VoxTell v1.1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nnInteractive v1.0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ResidualEncoderUNet, 6 stages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nnU-Net ResEnc-L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32, 64, 128, 256, 320, 320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Same family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Patch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192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192 cubed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Prompt enters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As a transformer query, late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As input channels, early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Prompt encoder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Qwen3-Embedding-4B, 4B params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Head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MaskFormer style, 5 scales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Standard segmentation head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Resampling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Not stated in the paper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Iterative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Yes, previous prediction fed back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4864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Calibri"/>
              </a:rPr>
              <a:t>Late fusion buys an open vocabulary. Early fusion buys iteration and a much cheaper prompt.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43200"/>
            <a:ext cx="1005840" cy="3810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6D18"/>
                </a:solidFill>
                <a:latin typeface="Calibri"/>
              </a:rP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026"/>
                </a:solidFill>
                <a:latin typeface="Calibri"/>
              </a:rPr>
              <a:t>Optimization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What I Was Trying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19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2026"/>
                </a:solidFill>
                <a:latin typeface="Calibri"/>
              </a:rPr>
              <a:t>Minimise end to end GPU inference latency without losing accuracy.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4551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37744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Accuracy is the constraint, not the objective. A faster model that segments worse is not a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580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88036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So every speed change is paired with a DSC measurement on the same checkpoint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4610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38328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Target hardware is the H100 MIG 3g.40gb partition on Fir, with an RTX 4070 SUPER for local iteration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9639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886200"/>
            <a:ext cx="102047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Both models were already accurate. The question was only whether they could be made cheaper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572000"/>
            <a:ext cx="10469880" cy="114300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Constraint that shaped everything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Inference only. No retraining, no fine tuning, no architecture changes. The checkpoint is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fixed, so any accuracy change is a bug in what I did rather than a property of the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Optimization 1: Sliding Window Overlap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86D18"/>
                </a:solidFill>
                <a:latin typeface="Consolas"/>
              </a:rPr>
              <a:t>tile_step_size 0.5 to 0.75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226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148840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Patches overlap so that stitching artifacts do not appear at patch boundaries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70205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24328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At step 0.5 each patch overlaps its neighbour by half, which is generous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7754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099816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At 0.75 the overlap drops and the patch count falls with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65302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575304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Combined with cropping to the non-zero bounding box, 25 patches became 9 on the test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062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C2026"/>
                </a:solidFill>
                <a:latin typeface="Calibri"/>
              </a:rPr>
              <a:t>0.94s to 0.82s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956048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sliding window, 1 prompt, RTX 4070 SUPER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420624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A86D18"/>
                </a:solidFill>
                <a:latin typeface="Calibri"/>
              </a:rPr>
              <a:t>+0.0003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49560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DSC, so no accuracy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13% reduction on this phase. The DSC figure is the full 5 case AMOS evaluation, not the single timing case.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Optimization 2: Two Level Embedding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The same prompt always produces the same vector. There is no reason to compute it twice.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94560"/>
            <a:ext cx="320040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7" y="227685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In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523744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LRU dict, about 5 KB per entry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2194560"/>
            <a:ext cx="320040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27685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On disk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523744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SHA-256 keyed .pt 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2194560"/>
            <a:ext cx="3200400" cy="7772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2276856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C2026"/>
                </a:solidFill>
                <a:latin typeface="Calibri"/>
              </a:rPr>
              <a:t>Miss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2523744"/>
            <a:ext cx="29809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run Qwen3 and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918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86D18"/>
                </a:solidFill>
                <a:latin typeface="Calibri"/>
              </a:rPr>
              <a:t>2.17s to under 0.001s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in memory cache hit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512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43484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Lookup is a dict get plus a GPU memory copy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49697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" y="489204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Disk layer survives across sessions: 0.02s on NVMe, 0.04s on Lustre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4269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" y="534924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This is the single largest win, because embedding was 67% of runtime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58841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" y="580644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It matters clinically: the same anatomical queries repeat across every volume in a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Cache state is asserted empty before every cold measurement. A warm cache on one arm and a cold cache on the other was one of the four artifacts.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Optimization 3: INT4 Text Backbone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6D18"/>
                </a:solidFill>
                <a:latin typeface="Consolas"/>
              </a:rPr>
              <a:t>bitsandbytes NF4, double quantized, FP16 compute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5120640" cy="164592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31136"/>
            <a:ext cx="4791455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BitsAndBytesConfig(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    load_in_4bit=True,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    bnb_4bit_quant_type='nf4',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    bnb_4bit_use_double_quant=True,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    bnb_4bit_compute_dtype=torch.float16,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C2026"/>
                </a:solidFill>
                <a:latin typeface="Consolas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1488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A86D18"/>
                </a:solidFill>
                <a:latin typeface="Calibri"/>
              </a:rPr>
              <a:t>8 GB to 2 GB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986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text backbone VRAM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3369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28816" y="3291840"/>
            <a:ext cx="4626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NF4 is designed for normally distributed weights, which transformer weights approximately 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9182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3840480"/>
            <a:ext cx="4626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Double quantization compresses the quantization constants too, worth about 0.4 bits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44668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4389120"/>
            <a:ext cx="4626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The point is fitting on a 12 GB card, not speed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069080"/>
            <a:ext cx="10469880" cy="141732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The failure mode worth knowing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_load_text_backbone builds the config inside a try block and catches every exception, falling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back to FP16. If bitsandbytes or accelerate is missing, the model loads, reports INT4 in the log,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and runs FP16. Nothing downstream would tell you. The plugin checks for this separately.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voxtell/inference/predictor.py, _load_text_backbone. Both packages were undeclared dependencies until this project added them.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Optimization 4: Numba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6D18"/>
                </a:solidFill>
                <a:latin typeface="Consolas"/>
              </a:rPr>
              <a:t>@numba.njit(parallel=True) over crop to non-zero and z-score normalisation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226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14884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Replaces the NumPy implementation with a compiled, parallel 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6837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606040"/>
            <a:ext cx="1011326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Compiles once per process, then runs at native speed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108960"/>
            <a:ext cx="10469880" cy="14630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735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Result: no measurable 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0.09s before, 0.09s after on the RTX. 0.14s both ways on the cluster CPU. On the first call it is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actually slower, because that call pays the JIT compile. Preprocessing is under 3% of runtime, so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there was never much to win here.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463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Calibri"/>
              </a:rPr>
              <a:t>Reported because a negative result is still a result. Optimising a 3% phase was the wrong place to spend effort, and measuring it is how that became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The one place it may still pay is multi-prompt or much larger volumes, which has not been tested.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Things That Did Not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69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834640"/>
                <a:gridCol w="498348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Outcome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ONNX plus ORT CUDA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14x slower than PyTorch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ORT lacks cuDNN 3D convolution kernel support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torch.compile on VoxTell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1.00x, no change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Triton unavailable on Windows; model is compute bound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Numba preprocessing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No measurable gain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Phase is under 3% of total runtime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Batched sliding window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Built, not yet paid off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batch_size=1 today; needs H100 80 GB to matter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2976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Calibri"/>
              </a:rPr>
              <a:t>torch.compile did work on nnInteractive, at 1.33x. Same technique, different model, opposite result. That is worth more than either number alone.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1983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5120640"/>
            <a:ext cx="10204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VoxTell is bound by 3D convolution throughput, which compilation does not change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6098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5532120"/>
            <a:ext cx="10204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nnInteractive makes many small calls per object, where dispatch overhead is the cost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43200"/>
            <a:ext cx="1005840" cy="3810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6D18"/>
                </a:solidFill>
                <a:latin typeface="Calibri"/>
              </a:rP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026"/>
                </a:solidFill>
                <a:latin typeface="Calibri"/>
              </a:rPr>
              <a:t>Measurement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The First Number I Reported Was Wrong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C8F96"/>
                </a:solidFill>
                <a:latin typeface="Calibri"/>
              </a:rPr>
              <a:t>VoxTell speedup, as measurement error was removed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8C8F96"/>
                </a:solidFill>
                <a:latin typeface="Calibri"/>
              </a:rPr>
              <a:t>26x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1635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baseline ran on 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39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8C8F96"/>
                </a:solidFill>
                <a:latin typeface="Calibri"/>
              </a:rPr>
              <a:t>17.6x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39" y="281635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no warm-up, cache mismatch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8C8F96"/>
                </a:solidFill>
                <a:latin typeface="Calibri"/>
              </a:rPr>
              <a:t>7.1x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281635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first arm ate start-up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59" y="196596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A86D18"/>
                </a:solidFill>
                <a:latin typeface="Calibri"/>
              </a:rPr>
              <a:t>2.7x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59" y="281635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measured correctly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C2026"/>
                </a:solidFill>
                <a:latin typeface="Calibri"/>
              </a:rPr>
              <a:t>Not one of those corrections changed the code being measured.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10424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C8F96"/>
                </a:solidFill>
                <a:latin typeface="Calibri"/>
              </a:rPr>
              <a:t>The optimizations always did exactly what they do. Every drop came from the benchmark flattering them. A 10x error in the reported result, entirely in the measurement.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D18"/>
                </a:solidFill>
                <a:latin typeface="Calibri"/>
              </a:rPr>
              <a:t>The next four slides are each one of those errors.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The largest error surfaced by running the same script on two GPUs and noticing that phases which should behave the same did not.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Artifact 1: The Baseline Ran on CPU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8C8F96"/>
                </a:solidFill>
                <a:latin typeface="Calibri"/>
              </a:rPr>
              <a:t>26x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414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What actually happened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722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7056" y="2194560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baseline loaded the text encoder in FP32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69290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2615184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FP32 Qwen3-4B needs about 16 GB; the card has 12 GB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1135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3035808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allocation failed and the model fell back to CPU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3415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6" y="3456432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So a GPU run was being compared against a CPU run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4023360"/>
            <a:ext cx="10469880" cy="137160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Why it was not obvious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Nothing errored. The run completed, produced a correct mask, and returned a plausible time.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only signal was that the baseline was slower than it had any right to be, and that only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looks wrong if you have an expectation of how fast it should be.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Fix: assert the device of every module before timing, and hold precision identical across arms.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Artifact 2: Cache State Differed Between Arms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8C8F96"/>
                </a:solidFill>
                <a:latin typeface="Calibri"/>
              </a:rPr>
              <a:t>17.6x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41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What actually happened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722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7056" y="2194560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optimized arm ran second, after the baseline had populated the cache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69290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2615184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So it read the embedding from memory while the baseline computed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1135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3035808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That is a real 2000x gain on that phase, but it is the cache, not the algorithm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3415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77056" y="3456432"/>
            <a:ext cx="7278623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Reporting it as one number conflates two different claims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Calibri"/>
              </a:rPr>
              <a:t>The fix is to report both, separately.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868680" y="4526280"/>
          <a:ext cx="10058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566928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What it measures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Algorithmic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1.8x cold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tile_step and Numba, both arms cold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Full stack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2.0x warm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the same plus a cache hit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fair_benchmark_results.txt, RTX 4070 SUPER, abdominal CT. Cache is now asserted empty before every cold arm.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Artifact 3: Whichever Arm Ran First Paid Start-Up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29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8C8F96"/>
                </a:solidFill>
                <a:latin typeface="Calibri"/>
              </a:rPr>
              <a:t>7.1x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41448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What actually happened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22722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77056" y="2194560"/>
            <a:ext cx="72786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CUDA context creation, cuDNN algorithm selection and kernel autotuning all happen on first use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7294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77056" y="2651760"/>
            <a:ext cx="72786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baseline always ran first, so it absorbed all of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1866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77056" y="3108960"/>
            <a:ext cx="727862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On the H100 this alone moved the result from 1.0x to 7.1x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886200"/>
            <a:ext cx="10469880" cy="155448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The fix, and a bug it caused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Warm the GPU, the text backbone and the sliding window path before timing anything. The first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attempt warmed with a 4x4x4 dummy volume, which crashed InstanceNorm3d: a single spatial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element has no variance to normalise over. The warm-up has to run at the real patch size, 192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cubed, or it is not warming the kernels that actually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Expected more than 1 spatial element. This is why warm-up code has to be as carefully written as the thing it is warming.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Artifact 4: Precision Was Not Held Constant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Calibri"/>
              </a:rPr>
              <a:t>If one arm runs INT4 and the other runs FP16, quantization is being counted as an algorithmic gain.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4094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331720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INT4 is a legitimate optimization, but it is a different claim from tile_step or caching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849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807208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Mixing them means the headline number cannot be attributed to anything in particular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6042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282696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Both arms in the final benchmark run INT4, so what is left is algorithmic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835907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758183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INT4 gain is then measured separately, against its own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114800"/>
            <a:ext cx="10469880" cy="14630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The general rule this produced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720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Change one thing per comparison. If two things differ between arms, the result is a fact about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pair and cannot be attributed to either. This sounds obvious written down and was violated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three separate ways before it was written down.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The Rules That Came Out of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7693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91640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Hold precision constant, so quantization cannot pose as algorithmic gain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4485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167128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Warm the GPU, the text backbone and the sliding window path before timing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2034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642616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Assert the embedding cache is empty before every cold measurement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19582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118104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Assert the device of every module, rather than assuming the flag took effect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67131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593592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Repeat to n &gt;= 4 and quote the range, never a single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1468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4069080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Compare an effect against run to run spread before calling it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62229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544568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Never compare across GPUs without saying so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074920"/>
            <a:ext cx="10469880" cy="105156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578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2026"/>
                </a:solidFill>
                <a:latin typeface="Calibri"/>
              </a:rPr>
              <a:t>Every one of these exists because it was violated first. They are written into a preflight script that refuses to submit a job that breaks them.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Turning Rules Into a Preflight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86D18"/>
                </a:solidFill>
                <a:latin typeface="Consolas"/>
              </a:rPr>
              <a:t>python validate_job.py my_benchmark.sh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10424160" cy="228600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231136"/>
            <a:ext cx="10094976" cy="202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[  ok  ] venv matches model      voxtell env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[  ok  ] HF_HOME exported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[  ok  ] allocation              rrg-jma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[  ok  ] gpu slice               MIG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[ FAIL ] warmup present          whichever arm runs first absorbs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                               CUDA init; this inflated 1.0x to 7.1x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[ FAIL ] cuda sync before timer  timings measure kernel launch only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BLOCKED: 2 checks failed. Fix these before submitting.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7411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466344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Eleven checks, each one traceable to a job that already failed or a number that was already wrong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1983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512064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Deliberately textual and simple: a validator nobody can read is a validator nobody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5655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557784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Catches allocation, CPU over-request, MIG slice, unbuffered output and log paths as well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voxtell-plugin/skills/voxtell-inference/scripts/validate_job.py. It also refuses shell variables in SBATCH directives, which SLURM does not expand.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43200"/>
            <a:ext cx="1005840" cy="3810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6D18"/>
                </a:solidFill>
                <a:latin typeface="Calibri"/>
              </a:rP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026"/>
                </a:solidFill>
                <a:latin typeface="Calibri"/>
              </a:rPr>
              <a:t>Results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Speed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00200"/>
          <a:ext cx="104698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989320"/>
                <a:gridCol w="2011680"/>
              </a:tblGrid>
              <a:tr h="42062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DSC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Sliding window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tile_step 0.75 plus crop to non-zero, 25 to 9 patches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+0.0003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Embedding cache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repeat prompts return a stored tensor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identical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INT4 backbone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8 GB to 2 GB VRAM, enables the 12 GB card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0.97 agreement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Numba preprocess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no measurable gain at this volume size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unchanged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160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A86D18"/>
                </a:solidFill>
                <a:latin typeface="Calibri"/>
              </a:rPr>
              <a:t>2.7x mean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910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abdominal CT, H100 MIG  ·  2.6 to 2.8x across 4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42976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C8F96"/>
                </a:solidFill>
                <a:latin typeface="Calibri"/>
              </a:rPr>
              <a:t>One run: 3.27s to 1.28s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Case CT_AMOS_amos_0018 (63x512x512). Both arms run INT4, so precision is held constant and this is algorithmic gain only.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VoxTell: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1C2026"/>
                </a:solidFill>
                <a:latin typeface="Calibri"/>
              </a:rPr>
              <a:t>+0.0003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871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tile_step 0.5 to 0.75  ·  0.8090 to 0.8093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C8F96"/>
                </a:solidFill>
                <a:latin typeface="Calibri"/>
              </a:rPr>
              <a:t>65 objects across 5 abdominal CT cases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7353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3657600"/>
            <a:ext cx="4718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Measured against expert annotation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11937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4041648"/>
            <a:ext cx="4718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Same checkpoint on both arms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50342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425696"/>
            <a:ext cx="4718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13 abdominal organs, AMOS, seed 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88746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809744"/>
            <a:ext cx="47183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No pass/fail threshold applied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7373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One caveat, stated plainly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31800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0256" y="2240280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INT4 quantization is on by default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70205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0256" y="2624328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0.97 agreement with full precision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8610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0256" y="3008376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Segments 5.5% fewer voxels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47014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0256" y="3392424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One sided, so bias rather than noise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5419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0256" y="3776472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Measured on one case, not the full set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VoxTell DSC from accuracy_results.csv. The INT4 comparison is n=1 and measures output agreement, not accuracy against ground truth.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An Accuracy Bug Worth Showing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Calibri"/>
              </a:rPr>
              <a:t>The same volume, the same prompt, the same checkpoint.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8C8F96"/>
                </a:solidFill>
                <a:latin typeface="Calibri"/>
              </a:rPr>
              <a:t>0.2978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900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read with nib.load().get_fdata()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2402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A86D18"/>
                </a:solidFill>
                <a:latin typeface="Calibri"/>
              </a:rPr>
              <a:t>0.9864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9900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read with NibabelIOWithReorient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8724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794760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VoxTell was trained through a reader that reorients the volume to a canonical axis 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34797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270248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Reading it any other way leaves the array in its stored orientation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82346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745736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model then segments a plausible looking fragment of the wrong thing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29894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5221224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It does not error. The only way to catch it is to score against ground truth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7607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This is the same shape of failure as the CPU baseline: a wrong answer that looks like a right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Found while building the plugin, by scoring a demo run against ground truth rather than eyeballing the mask.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nnInteractive: Compiling the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A86D18"/>
                </a:solidFill>
                <a:latin typeface="Consolas"/>
              </a:rPr>
              <a:t>torch.compile(session.network, mode='reduce-overhead')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1808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103120"/>
            <a:ext cx="8010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One line changed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583179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505456"/>
            <a:ext cx="801014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Fuses kernels and cuts per-call dispatch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A86D18"/>
                </a:solidFill>
                <a:latin typeface="Calibri"/>
              </a:rPr>
              <a:t>1.33x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858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per object, mean of 4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512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434840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Range 1.28 to 1.39x, so a 33% gain against an 8% spread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89661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818888"/>
            <a:ext cx="490118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One job: 0.288s to 0.215s per object, which is 1.34x on its 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1089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C2026"/>
                </a:solidFill>
                <a:latin typeface="Calibri"/>
              </a:rPr>
              <a:t>+0.0002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8587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mean DSC change  ·  294 objects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512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4434840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No run showed degradation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489661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4818888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Speed and accuracy from the same jobs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440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CPU time held at 6:18 to 6:33 across runs while walltime fell, which is what a GPU bound workload looks like.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20 CT cases from the CVPR validation set, fold='all' checkpoint, H100 MIG 3g.40gb. CPU efficiency 13 to 20% of the 8 cores requested.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The Speedup Is Not Free at the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026"/>
                </a:solidFill>
                <a:latin typeface="Calibri"/>
              </a:rPr>
              <a:t>Compiling costs time before the first prediction.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C2026"/>
                </a:solidFill>
                <a:latin typeface="Calibri"/>
              </a:rPr>
              <a:t>23.6s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27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one-time compile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2377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1C2026"/>
                </a:solidFill>
                <a:latin typeface="Calibri"/>
              </a:rPr>
              <a:t>0.071s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3127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saved per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3774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A86D18"/>
                </a:solidFill>
                <a:latin typeface="Calibri"/>
              </a:rPr>
              <a:t>~22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127248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8F96"/>
                </a:solidFill>
                <a:latin typeface="Calibri"/>
              </a:rPr>
              <a:t>to break even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1925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4114800"/>
            <a:ext cx="10113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Batch of 881 validation cases: clearly worth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63143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" y="4553712"/>
            <a:ext cx="10113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Radiologist with 3 scans: never recovered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507034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8136" y="4992624"/>
            <a:ext cx="101132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A batch optimization, and it should not be sold as anything else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23.6s measured on node-local /tmp. The shared filesystem is slower, so treat it as a lower bound. About 331 objects at 14.7 objects per case.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Results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39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698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  <a:gridCol w="2377440"/>
                <a:gridCol w="297180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Speedup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VoxTell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2.7x  (2.6 to 2.8x)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+0.0003 DSC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4 speed runs, 65 objects for DSC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nnInteractive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1.33x  (1.28 to 1.39x)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+0.0002 DSC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4 runs, 294 objects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D18"/>
                </a:solidFill>
                <a:latin typeface="Calibri"/>
              </a:rPr>
              <a:t>Still Open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1010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4023360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F96"/>
                </a:solidFill>
                <a:latin typeface="Calibri"/>
              </a:rPr>
              <a:t>Speedup measured on a single CT volume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4851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4407408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F96"/>
                </a:solidFill>
                <a:latin typeface="Calibri"/>
              </a:rPr>
              <a:t>INT4 under-segments 5.5%, on one case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6918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791456"/>
            <a:ext cx="517550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F96"/>
                </a:solidFill>
                <a:latin typeface="Calibri"/>
              </a:rPr>
              <a:t>Batched sliding window built but not yet paid 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86D18"/>
                </a:solidFill>
                <a:latin typeface="Calibri"/>
              </a:rPr>
              <a:t>Next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41010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4023360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F96"/>
                </a:solidFill>
                <a:latin typeface="Calibri"/>
              </a:rPr>
              <a:t>Repeat across more CT volumes and prompt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48513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0256" y="4407408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F96"/>
                </a:solidFill>
                <a:latin typeface="Calibri"/>
              </a:rPr>
              <a:t>Run INT4 against all 881 validation cases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86918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0256" y="4791456"/>
            <a:ext cx="45354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C8F96"/>
                </a:solidFill>
                <a:latin typeface="Calibri"/>
              </a:rPr>
              <a:t>TensorRT FP16 engine on Fir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94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Calibri"/>
              </a:rPr>
              <a:t>The most useful thing I built was a benchmark that kept catching itself.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43200"/>
            <a:ext cx="1005840" cy="3810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6D18"/>
                </a:solidFill>
                <a:latin typeface="Calibri"/>
              </a:rPr>
              <a:t>PART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026"/>
                </a:solidFill>
                <a:latin typeface="Calibri"/>
              </a:rPr>
              <a:t>Deployment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A Model That Cannot Say 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2026"/>
                </a:solidFill>
                <a:latin typeface="Calibri"/>
              </a:rPr>
              <a:t>VoxTell is text prompted, so it accepts any string.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3637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2286000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Send an abdominal CT and ask for a brain tumour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83921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2761488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It runs. It returns a mask. The mask is of nothing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331470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3236976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Nothing in the pipeline says so, so you get a plausible result and no warning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79018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" y="3712464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This is the same failure shape as the CPU baseline and the orientation bug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114800"/>
            <a:ext cx="10469880" cy="146304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79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6D18"/>
                </a:solidFill>
                <a:latin typeface="Calibri"/>
              </a:rPr>
              <a:t>The question Dr. Ma 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Skills define workflow, protocol, when to use something and how to run it. Default VoxTell may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still run a brain tumour prompt on an abdomen CT. A skill can help generate the answer that the</a:t>
            </a:r>
          </a:p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model cannot segment a brain tumour from an abdominal CT.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Skills, MCP Servers and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698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5349240"/>
              </a:tblGrid>
              <a:tr h="5943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Mechanism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What it can do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Instructions loaded into the model's context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Shapes how the model works: workflow, protocol, standards. Advisory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MCP server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A process exposing callable tools over JSON-RPC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Real code with real return values. Deterministic. It can refuse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Plugin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A package bundling skills, MCP servers, commands and hooks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One installable unit, versioned and distributable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6D18"/>
                </a:solidFill>
                <a:latin typeface="Calibri"/>
              </a:rPr>
              <a:t>The distinction that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7548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C2026"/>
                </a:solidFill>
                <a:latin typeface="Calibri"/>
              </a:rPr>
              <a:t>A skill can tell the model that a brain prompt on an abdominal CT is wrong.</a:t>
            </a:r>
          </a:p>
          <a:p>
            <a:pPr algn="l"/>
            <a:r>
              <a:rPr sz="1700" b="1">
                <a:solidFill>
                  <a:srgbClr val="1C2026"/>
                </a:solidFill>
                <a:latin typeface="Calibri"/>
              </a:rPr>
              <a:t>Only a tool can make the call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778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C8F96"/>
                </a:solidFill>
                <a:latin typeface="Calibri"/>
              </a:rPr>
              <a:t>One is guidance the model may or may not follow. The other is a gate it cannot walk past.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The Validation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645920"/>
            <a:ext cx="10469880" cy="320040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773936"/>
            <a:ext cx="10140696" cy="2944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Request: REFUSED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The prompt asks for a structure in the brain (brain, brain tumor), but the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image is a CT study of the torso. That structure is not in this field of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view, so any mask returned would be meaningless.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Image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modality : 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region   : torso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shape    : (406, 512, 512)   spacing: (1.25, 0.82, 0.82)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- intensities reach -2048, consistent with Hounsfield units (air ~ -1000)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- 25.0% of voxels below -700 HU (air)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- 508 mm of coverage spans thorax and abdomen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1069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502920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Returns an error, not a mask. No model is loaded and no GPU is touched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5641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548640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The refusal states what it inferred and why, so a wrong refusal is visible rather than mysterious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Real output from the installed plugin on a FLARE abdominal CT with the prompt 'brain tumor'.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How the Gate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Intensity statistics and geometry, not a classifier. A validator nobody can audit is a validator nobody should trust.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148840"/>
          <a:ext cx="10469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114800"/>
                <a:gridCol w="4800600"/>
              </a:tblGrid>
              <a:tr h="502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Modality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CT is calibrated in Hounsfield units, so air sits near -1000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MR intensities are arbitrary and rarely negative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Air fraction plus field of view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A head has almost no internal air; a torso has lungs or bowel gas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Prompt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Anatomy vocabulary mapping terms to regions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Deliberately incomplete: an unknown term never blocks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4668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438912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Refuses only on a clear mismatch. Unknown on either side proceeds with a note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9240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484632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Adjacent regions pass, since thorax and abdomen routinely share a field of 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53812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530352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A validator that blocks whatever it cannot classify is useless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voxtell-plugin/mcp_server/validate.py. Thresholds are stated in the source and printed in every response.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What the Plugin Exposes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68680" y="1691640"/>
          <a:ext cx="104698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7818120"/>
              </a:tblGrid>
              <a:tr h="441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check_request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Validate an image and prompt pair. No compute. Returns modality, region and the reasoning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voxtell_segment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Text prompted segmentation. Validates first, refuses on mismatch unless forced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nninteractive_segment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Bounding box prompted segmentation, with box validation ahead of the GPU check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list_models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What is available and what each model can and cannot do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C2026"/>
                          </a:solidFill>
                          <a:latin typeface="Calibri"/>
                        </a:rPr>
                        <a:t>setup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C2026"/>
                          </a:solidFill>
                          <a:latin typeface="Calibri"/>
                        </a:rPr>
                        <a:t>Check the machine, report which build is live, fetch the checkpoint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68680" y="46497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" y="457200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Written against the MCP wire protocol directly, with no SDK dependency, so the protocol stays readable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1069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" y="502920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Two transports from the same routing code: stdio for Claude Code, streamable HTTP for hosted clients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55641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8136" y="5486400"/>
            <a:ext cx="102047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026"/>
                </a:solidFill>
                <a:latin typeface="Calibri"/>
              </a:rPr>
              <a:t>Installs in two commands from a GitHub marketplace, on Windows and on Ubuntu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github.com/pentaexe/VoxTell-main. Verified end to end on Windows and on a clean Ubuntu machine by a second tester.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What Packaging It Exposed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C2026"/>
                </a:solidFill>
                <a:latin typeface="Calibri"/>
              </a:rPr>
              <a:t>Building an installer found bugs that running it locally never would.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2194560"/>
          <a:ext cx="104698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3886200"/>
              </a:tblGrid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Bug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Symptom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Why it hid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numba undeclared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Clean install could not import the predictor at all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My machine had numba from something else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bitsandbytes undeclared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INT4 silently served FP16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The loader catches every exception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5D array to the session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nninteractive_segment had never once run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It had never been exercised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print() to stdout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Corrupted the JSON-RPC stream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One client tolerated it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Same name and version as PyPI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pip could not tell fork from stock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Both reported voxtell 0.1.0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257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Calibri"/>
              </a:rPr>
              <a:t>Every one of these is the same pattern as the benchmark artifacts: it worked, it looked right, and it was wrong.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743200"/>
            <a:ext cx="1005840" cy="3810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3017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6D18"/>
                </a:solidFill>
                <a:latin typeface="Calibri"/>
              </a:rPr>
              <a:t>PART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474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C2026"/>
                </a:solidFill>
                <a:latin typeface="Calibri"/>
              </a:rPr>
              <a:t>Limits and Next Steps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Where VoxTell Falls 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Five MSD-Liver cases, prompt 'liver tumor'. Mean DSC 0.720, median 0.861.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The gap disappears once you sort by slice thickness.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68680" y="2514600"/>
          <a:ext cx="5852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18872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z-spacing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Slices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8C8F96"/>
                          </a:solidFill>
                          <a:latin typeface="Calibri"/>
                        </a:rPr>
                        <a:t>DSC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MSD-Liver_000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5.0 mm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0.479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MSD-Liver_001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5.0 mm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0.520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MSD-Liver_003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1.0 mm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534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0.861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MSD-Liver_004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0.8 mm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841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0.868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C2026"/>
                          </a:solidFill>
                          <a:latin typeface="Calibri"/>
                        </a:rPr>
                        <a:t>MSD-Liver_002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1.0 mm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517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C2026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>
                    <a:solidFill>
                      <a:srgbClr val="FDFDF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040880" y="26837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0336" y="2606040"/>
            <a:ext cx="4078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Both failures are the thick slice scans. Nothing overlaps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0" y="31409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3063240"/>
            <a:ext cx="4078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The mechanism is slide 12: no resampling, fixed 192 cubed patch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35981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0336" y="3520440"/>
            <a:ext cx="4078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At 5 mm that patch spans 960 mm of anatomy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4055363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0336" y="3977639"/>
            <a:ext cx="4078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A 15 mm lesion is 15 slices at 1 mm and 3 at 5 mm, so the boundary is smeared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45125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4434840"/>
            <a:ext cx="4078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2026"/>
                </a:solidFill>
                <a:latin typeface="Calibri"/>
              </a:rPr>
              <a:t>Out of distribution acquisition geometry, not a model defect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309360"/>
            <a:ext cx="10469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F96"/>
                </a:solidFill>
                <a:latin typeface="Calibri"/>
              </a:rPr>
              <a:t>Independent run by a second tester on our Fir dataset. n=5, and nothing in the sample sits between 1 mm and 5 mm.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Turning That Into a 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49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645920"/>
            <a:ext cx="10469880" cy="173736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1" y="1773936"/>
            <a:ext cx="1014069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Caveat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Coarsest voxel spacing is 5.0 mm. VoxTell v1.1 does not resample, so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accuracy falls off on thick-slice scans: measured DSC 0.48 and 0.52 on two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5 mm liver-tumour cases against 0.86-0.87 on three at 0.8-1.0 mm (n=5).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Where the falloff begins between 1 mm and 5 mm has not been measured.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C2026"/>
                </a:solidFill>
                <a:latin typeface="Consolas"/>
              </a:rPr>
              <a:t>  Expect a usable mask on a large target and an unreliable one on a small lesion.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7353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3657600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Fires at 3 mm or coarser, before any GPU time is spent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21081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4133087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A caveat and not a refusal: the request is legitimate and the mask is still useful on a large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68630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4608576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point is that it is said before a DSC is written down, rather than 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16178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5084064"/>
            <a:ext cx="102047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3 mm is conservative, not measured. The deck and the code both say 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86D18"/>
                </a:solidFill>
                <a:latin typeface="Calibri"/>
              </a:rPr>
              <a:t>Same shape as the anatomy gate, applied to acquisition geometry instead.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Limitations, Stated Plainly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50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76936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691640"/>
            <a:ext cx="102047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VoxTell speedup is measured on a single CT volume, n=4 runs. It is not a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28142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203704"/>
            <a:ext cx="102047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INT4 agreement figure is n=1 and measures output agreement, not accuracy against ground truth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793492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715768"/>
            <a:ext cx="102047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slice thickness finding is n=5 with a plausible mechanism, which makes it a strong hypothesis rather than a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305556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227832"/>
            <a:ext cx="102047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DSC scales with target size. The five liver cases ranged over 543x in ground truth volume, so their mean is not a clean summary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3817620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739896"/>
            <a:ext cx="102047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region heuristic is thresholds on one CT convention, and is untested on MR beyond the modality check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3296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88136" y="4251960"/>
            <a:ext cx="102047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nnInteractive numbers come from the CVPR validation set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41748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4764024"/>
            <a:ext cx="1020470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2026"/>
                </a:solidFill>
                <a:latin typeface="Calibri"/>
              </a:rPr>
              <a:t>The HTTP transport has no authentication and must not be exposed without an auth layer in 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669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A86D18"/>
                </a:solidFill>
                <a:latin typeface="Calibri"/>
              </a:rPr>
              <a:t>Every number in this deck has a source line. If a figure has no provenance, it should not be here.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548640"/>
            <a:ext cx="896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2026"/>
                </a:solidFill>
                <a:latin typeface="Calibri"/>
              </a:rPr>
              <a:t>What I Would Take From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0" y="7040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8F96"/>
                </a:solidFill>
                <a:latin typeface="Calibri"/>
              </a:rPr>
              <a:t>51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207008"/>
            <a:ext cx="822960" cy="31750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81508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737360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Both models got faster without losing accuracy: 2.7x and 1.33x, each with a DSC measurement attached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36372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" y="2286000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The reported speedup fell by 10x under scrutiny, and not one correction changed the code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912363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2834639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The same failure shape kept recurring: a run that completes, looks right, and is wrong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461003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3383279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CPU baseline, cache mismatch, warm-up ordering, reader orientation, silent FP16 fallback, a 5D array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009644"/>
            <a:ext cx="64008" cy="64008"/>
          </a:xfrm>
          <a:prstGeom prst="rect">
            <a:avLst/>
          </a:prstGeom>
          <a:solidFill>
            <a:srgbClr val="A86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8136" y="3931920"/>
            <a:ext cx="10204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026"/>
                </a:solidFill>
                <a:latin typeface="Calibri"/>
              </a:rPr>
              <a:t>So the durable output is not the speedup. It is the checks that make those visible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4572000"/>
            <a:ext cx="10469880" cy="1280160"/>
          </a:xfrm>
          <a:prstGeom prst="rect">
            <a:avLst/>
          </a:prstGeom>
          <a:solidFill>
            <a:srgbClr val="F4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9966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2026"/>
                </a:solidFill>
                <a:latin typeface="Calibri"/>
              </a:rPr>
              <a:t>A preflight validator, a regression suite that synthesises its own data, a build provenance check,</a:t>
            </a:r>
          </a:p>
          <a:p>
            <a:pPr algn="l"/>
            <a:r>
              <a:rPr sz="1500" b="1">
                <a:solidFill>
                  <a:srgbClr val="1C2026"/>
                </a:solidFill>
                <a:latin typeface="Calibri"/>
              </a:rPr>
              <a:t>and two gates that refuse work before it is wasted. Those outlast any particular number.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