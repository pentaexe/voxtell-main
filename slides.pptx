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41732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91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6D18"/>
                </a:solidFill>
                <a:latin typeface="Calibri"/>
              </a:rPr>
              <a:t>Peter Munk Cardiac Centre  ·  AI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Text and Box Prompted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3D Medical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Architecture  ·  Optimization  ·  Measurement  · 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VoxTell and nnInteractive   ·   Fir cluster, Alliance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This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583680"/>
                <a:gridCol w="1691640"/>
              </a:tblGrid>
              <a:tr h="4114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1. Context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The task, and two ways of prompting a segmentation model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3 to 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2. Architecture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How VoxTell and nnInteractive are actually built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 to 17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3. Optimization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Four changes, what each one bought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18 to 24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4. Measurement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Four artifacts that inflated the result, and the fixes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25 to 32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5. Results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Speed and accuracy, with the caveats attached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33 to 39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6. Deployment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Skills, MCP and plugins, and the validation gate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40 to 46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7. Limits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Where the models fail, and what is still open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47 to 51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The measurement section is the part I would most want questions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C2026"/>
                </a:solidFill>
                <a:latin typeface="Calibri"/>
              </a:rPr>
              <a:t>Given a 3D scan, outline a structure.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2860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Input is a volume: a CT or MR study, typically 200 to 900 slices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20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7432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Output is a binary mask, one voxel label per position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78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004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Scored with Dice Similarity Coefficient: overlap with expert annotation, 0 to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6576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Manual annotation of one organ across a volume takes a trained reader tens of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97680"/>
            <a:ext cx="104698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Why it is hard in 3D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7548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512 x 512 x 400 volume is 105 million voxels. It does not fit in GPU memory as one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forward pass, so the volume is tiled into overlapping patches and stitched back together.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That tiling is where most of the inference time goes, and where most of the speedups live.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above roughly 0.7 is generally considered clinically usable. Lesions score well below organs for every model in this class.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Ways to Say What You Want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86D18"/>
                </a:solidFill>
                <a:latin typeface="Calibri"/>
              </a:rPr>
              <a:t>Text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4754880" cy="5486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4425696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segment("the spleen")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58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80360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Any structure the language model can 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787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00984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interaction needed, so it batches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93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21608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Requires a language model in the loop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19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142232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Accepts any string, including nonsense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Spatial prompt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103120"/>
            <a:ext cx="4754880" cy="10058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31136"/>
            <a:ext cx="44256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segment(bbox=[[z0,z1],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[y0,y1],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[x0,x1]])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415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337560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box defines the target, so no vocabulary limit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835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3758184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Cheap: no text encoder at 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4256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4178808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human to place the box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677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4536" y="4599432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Cannot be wrong about what you meant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The tradeoff drives everything downstream: cost, failure modes, and what can be automated.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Two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4251960"/>
              </a:tblGrid>
              <a:tr h="4049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VoxTell v1.1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nnInteractive v1.0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Point, scribble, box, lasso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Origin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DKFZ, CVPR 2026 submission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DKFZ, CVPR 2025 challenge baseline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Residual Encoder U-Net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Residual Encoder U-Net (ResEnc-L)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Patch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x 192 x 192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x 192 x 192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Extra cost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Qwen3-Embedding-4B text encoder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Training scale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Not published in the checkpoint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64,518 volumes, 717,148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Same backbone family, same patch size, completely different front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rows read from models/voxtell_v1.1/plans.json. nnInteractive rows from arXiv 2503.08373 and this project's own runs.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Preprocess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crop to non-zero,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Text encode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Qwen3-Embedding-4B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Sliding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192 cubed patches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Postprocess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sigmoid, insert crop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26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Where the time went, before optimization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68680" y="3337560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0.09s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Text embedding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2.17s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67.3%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0.94s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29.2%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Postprocessing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0.02s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675120" y="36438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356616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Text embedding dominated, so caching it was the first target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1468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406908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Sliding window is the floor: it is the actual segmentation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4649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6" y="457200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Preprocessing and postprocessing are noise at this volume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RTX 4070 SUPER, 1 prompt, warm model, no cache. OPTIMIZATION_REPORT_COMPACT.md section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Segmentation Backbone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onsolas"/>
              </a:rPr>
              <a:t>dynamic_network_architectures.architectures.unet.ResidualEncoderUNet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97280"/>
                <a:gridCol w="1371600"/>
                <a:gridCol w="1280160"/>
              </a:tblGrid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Blocks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Stride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1, 1, 1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96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48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24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3216" y="210312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Six stages, 32x total downsampling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6837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3216" y="2606039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Residual blocks weighted to the deep stages, where context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186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310896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Conv3d with InstanceNorm3d and LeakyReLU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6896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43216" y="361188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Decoder is light: one conv per stage, transposed conv upsampling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216" y="411480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Deep supervision off at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Read from models/voxtell_v1.1/plans.json, configurations.3d_fullres.architecture.arch_kwargs.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The Text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77393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Prompt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02082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"the spleen"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691640"/>
            <a:ext cx="283464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1773936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Qwen3-Embedding-4B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020824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4B parameter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691640"/>
            <a:ext cx="219456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1773936"/>
            <a:ext cx="1975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Embedding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020824"/>
            <a:ext cx="1975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2560 dimensions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59" y="1691640"/>
            <a:ext cx="182880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7" y="177393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7" y="202082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864 dimensions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80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D18"/>
                </a:solidFill>
                <a:latin typeface="Calibri"/>
              </a:rPr>
              <a:t>The projection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291840"/>
            <a:ext cx="585216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3419856"/>
            <a:ext cx="552297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self.project_text_embed = nn.Sequential(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nn.Linear(text_embedding_dim, 2048),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nn.GELU(),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nn.Linear(2048, query_dim),   # query_dim = 864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415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8896" y="333756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4B parameter language model runs before any segmentation starts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3918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384048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That is the entire reason text prompting is expensive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4421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8896" y="434340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It is also fully cacheable: the same prompt always gives the same vector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924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484632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This observation is optimization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Projection from voxtell/model/voxtell_model.py. Embedding width from OPTIMIZATION_REPORT_COMPACT.md section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How Text Becomes a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 MaskFormer style head. The text embedding is used as a query, not as a class label.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Text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864-d, from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Transformer 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6 layers, 8 heads, pre-norm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Per-stage projection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864 to stage 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Dot with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mask logits per scale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323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246120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decoder attends over image features at stage 4 (320 channels, 12 cubed), with a 3D positional encoding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776472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refined query is projected separately for each of 5 mask-former stages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3845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4306824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dot product between query and decoder feature map gives the mask at that scale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91489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837175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the prompt does not select from a fixed label set. It parameterises the mask directly, which is why the vocabulary is open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voxtell/model/voxtell_model.py: DECODER_CONFIGS, num_maskformer_stages=5, decoder_layer=4, TRANSFORMER_NUM_LAYERS=6, TRANSFORMER_NUM_HEADS=8.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Prompt Decoder Internals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6309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834640"/>
              </a:tblGrid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d_model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864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query dimension throughout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Layers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TRANSFORMER_NUM_LAYERS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Heads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TRANSFORMER_NUM_HEADS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Feedforward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inner width of each layer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Norm placement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Pre-norm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normalize_before=True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Positional encoding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3D sinusoidal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flattened over h, w, 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Attention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Self then cross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query attends to image features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D18"/>
                </a:solidFill>
                <a:latin typeface="Calibri"/>
              </a:rPr>
              <a:t>Each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2148840"/>
            <a:ext cx="38404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2276856"/>
            <a:ext cx="351129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self_attn  (query to query)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multihead_attn  (query to image)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linear1 -&gt; GELU -&gt; linear2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three LayerNorms, residual adds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781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3703320"/>
            <a:ext cx="3621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Standard transformer decoder, used for prompt fusion rather than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3479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7536" y="4270248"/>
            <a:ext cx="3621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Cheap next to the 4B text encoder: it runs on one 864-d 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voxtell/model/transformer.py, TransformerDecoderLayer.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One Design Choice That Matters Later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24160" cy="5486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094976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"data_identifier": "nnUNetResEncUNetLPlans_noResampling_3d_fullres"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VoxTell v1.1 does not resample to a target spacing.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0952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Most nnU-Net configurations resample every scan to a fixed voxel size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4747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This one does not, and the inference path has no resampling step either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0096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9319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So the network sees voxels at whatever spacing the scan was acquired 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3891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Through a fixed 192 cubed patch, that changes the physical field of view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892040"/>
          <a:ext cx="54864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Acquired spacing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one patch covers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mm of anatomy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960 mm, longer than a torso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766560" y="50292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This turns into a measured accuracy</a:t>
            </a:r>
          </a:p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falloff on slide 48.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plans.json, configurations.3d_fullres.data_identifier. Confirmed by grep over voxtell/inference/predictor.py: no resampling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Set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volume, no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Add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box, point, scribble, lasso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AutoZoom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expand ROI until captured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Refine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sliding window at full 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049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29718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 text encoder, so cost per prompt starts far lower than VoxTell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47472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Interactive by design: the model expects to be corrected and re-run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977639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session holds the image, so repeated prompts on one volume are cheap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558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44805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checkpoint must be loaded with fold='all'. Using fold 0 scores about 0.33 DSC and is not a valid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API from nnInteractive v1.0. The fold='all' requirement was found the hard way on this project and is documented in the plugin skill.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Early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Prompts are not a separate branch. They are extra input channels.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48840"/>
          <a:ext cx="60350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2926080"/>
              </a:tblGrid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Channel group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Carries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scan itself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positive and negative clicks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Scribble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positive and negative strokes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Lasso and box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two share one pair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Previous prediction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model's own last output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3216" y="2240280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network is a U-Net over a stack of channels, not an encoder plus a prompt module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8849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3216" y="2807208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Feeding the previous prediction back is what makes refinement iterative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45186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3374136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correction is just another channel edit and another forward 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40187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43216" y="3941064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Backbone is the nnU-Net Residual Encoder L configuration, the same family as VoxTell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2503.08373, early prompting. The paper describes the channel groups; the exact total is not quoted here because the paper does not state it in one place.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AutoZoom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The model decides its own field of 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Predict in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start tight around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Check borders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does the mask touch the edge?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Zoom out 1.5x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repeat, up to 4x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Resize and refine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sliding window at full 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47472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Small objects never pay for a whole-volume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977639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Large objects still get captured, because the ROI grows until the mask stops touching the border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558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44805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cost is data dependent, which makes per object timing noisier than VoxTell's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061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9834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do_autozoom=True is the default and was left on for every measurement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2503.08373: ROI expands by a factor of 1.5 iteratively, up to 4x zoom out, then the low resolution mask is resized and refined with a sliding window.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Training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C2026"/>
                </a:solidFill>
                <a:latin typeface="Calibri"/>
              </a:rPr>
              <a:t>120+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public 3D datasets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C2026"/>
                </a:solidFill>
                <a:latin typeface="Calibri"/>
              </a:rPr>
              <a:t>64,518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volumes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19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717,148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19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annotated objects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69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29184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Spans CT, MR, PET, ultrasound and microscopy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72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7947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That breadth is the reason a bounding box generalises to structures it was never given a name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3754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2976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is also why the vocabulary question does not arise: there is no label set to be outside of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78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8006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trades that for the ability to be asked in words, which is a different kind of generality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2503.08373. Figures are the paper's, not measured 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Architectures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60520"/>
                <a:gridCol w="4206240"/>
              </a:tblGrid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VoxTell v1.1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nnInteractive v1.0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ResidualEncoderUNet, 6 stages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nnU-Net ResEnc-L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32, 64, 128, 256, 320, 320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Same family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Patch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Prompt enters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As a transformer query, late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As input channels, early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Prompt encoder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Qwen3-Embedding-4B, 4B params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MaskFormer style, 5 scales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Standard segmentation head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Resampling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Handled by AutoZoom instead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Iterative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Yes, previous prediction fed back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Late fusion buys an open vocabulary. Early fusion buys iteration and a much cheaper prompt.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Optimization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I Was Trying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Minimise end to end GPU inference latency without losing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55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7744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Accuracy is the constraint, not the objective. A faster model that segments worse is not a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58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803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So every speed change is paired with a DSC measurement on the same checkpoint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61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832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Target hardware is the H100 MIG 3g.40gb partition on Fir, with an RTX 4070 SUPER for local iteration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963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8862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Both models were already accurate. The question was only whether they could be made cheaper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572000"/>
            <a:ext cx="10469880" cy="11430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Constraint that shaped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Inference only. No retraining, no fine tuning, no architecture changes. The checkpoint is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fixed, so any accuracy change is a bug in what I did rather than a property of the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1: Sliding Window Overlap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86D18"/>
                </a:solidFill>
                <a:latin typeface="Consolas"/>
              </a:rPr>
              <a:t>tile_step_size 0.5 to 0.75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26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4884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Patches overlap so that stitching artifacts do not appear at patch 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2432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At step 0.5 each patch overlaps its neighbour by half, which is generous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7754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09981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At 0.75 the overlap drops and the patch count falls with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530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57530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Combined with cropping to the non-zero bounding box, 25 patches became 9 on the test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062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C2026"/>
                </a:solidFill>
                <a:latin typeface="Calibri"/>
              </a:rPr>
              <a:t>0.94s to 0.82s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5604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sliding window, 1 prompt, RTX 4070 SUPER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062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A86D18"/>
                </a:solidFill>
                <a:latin typeface="Calibri"/>
              </a:rPr>
              <a:t>+0.0003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95604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DSC, so no accuracy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13% reduction on this phase. The DSC figure is the full 5 case AMOS evaluation, not the single timing case.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2: Two Level Embedding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same prompt always produces the same vector. There is no reason to compute it twice.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In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LRU dict, about 5 KB per entry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On disk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SHA-256 keyed .pt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0727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Miss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run Qwen3 and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9184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A86D18"/>
                </a:solidFill>
                <a:latin typeface="Calibri"/>
              </a:rPr>
              <a:t>2.17s to under 0.001s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in memory cache hit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4348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Lookup is a dict get plus a GPU memory copy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969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8920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Disk layer survives across sessions: 0.02s on NVMe, 0.04s on Lustre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4269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3492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This is the single largest win, because embedding was 67% of runtime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5884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58064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It matters clinically: the same anatomical queries repeat across every volume in a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Cache state is asserted empty before every cold measurement. A warm cache on one arm and a cold cache on the other was one of the four artifacts.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3: INT4 Text Backbone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bitsandbytes NF4, double quantized, FP16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5120640" cy="16459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4791455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BitsAndBytesConfig(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load_in_4bit=True,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bnb_4bit_quant_type='nf4',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bnb_4bit_use_double_quant=True,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bnb_4bit_compute_dtype=torch.float16,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A86D18"/>
                </a:solidFill>
                <a:latin typeface="Calibri"/>
              </a:rPr>
              <a:t>8 GB to 2 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89864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text backbone VRAM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369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329184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NF4 is designed for normally distributed weights, which transformer weights approximately 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918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384048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Double quantization compresses the quantization constants too, worth about 0.4 bits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38912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point is fitting on a 12 GB card, not speed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69080"/>
            <a:ext cx="10469880" cy="14173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failure mode worth knowing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_load_text_backbone builds the config inside a try block and catches every exception, falling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back to FP16. If bitsandbytes or accelerate is missing, the model loads, reports INT4 in the log,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and runs FP16. Nothing downstream would tell you. The plugin checks for this separately.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voxtell/inference/predictor.py, _load_text_backbone. Both packages were undeclared dependencies until this project added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4: Numba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@numba.njit(parallel=True) over crop to non-zero and z-score normalisation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26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4884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Replaces the NumPy implementation with a compiled, parallel 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683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0604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Compiles once per process, then runs at native speed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0896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73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Result: no measurable 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5760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0.09s before, 0.09s after on the RTX. 0.14s both ways on the cluster CPU. On the first call it is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actually slower, because that call pays the JIT compile. Preprocessing is under 3% of runtime, so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there was never much to win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Reported because a negative result is still a result. Optimising a 3% phase was the wrong place to spend effort, and measuring it is how that became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one place it may still pay is multi-prompt or much larger volumes, which has not been tested.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Things That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834640"/>
                <a:gridCol w="498348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ONNX plus ORT CUDA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14x slower than PyTorch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ORT lacks cuDNN 3D convolution kernel support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torch.compile on 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1.00x, no 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Triton unavailable on Windows; model is compute bound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Phase is under 3% of total runtime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Batched 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Built, not yet paid off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batch_size=1 today; needs H100 80 GB to matter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297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torch.compile did work on nnInteractive, at 1.33x. Same technique, different model, opposite result. That is worth more than either number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198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5120640"/>
            <a:ext cx="10204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VoxTell is bound by 3D convolution throughput, which compilation does not 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609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532120"/>
            <a:ext cx="10204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nnInteractive makes many small calls per object, where dispatch overhead is the cost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Measurement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First Number I Reported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2.7x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576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Not one of those corrections changed the code being measured.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519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The optimizations always did exactly what they do. Every drop came from the benchmark flattering them. A 10x error in the reported result, entirely in the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The next four slides are each one of those errors.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 and noticing that phases which should behave the same did not.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1: The Baseline Ran on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26x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baseline loaded the text encoder in FP32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92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15184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FP32 Qwen3-4B needs about 16 GB; the card has 12 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13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035808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allocation failed and the model fell back to CPU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534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3456432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a GPU run was being compared against a CPU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23360"/>
            <a:ext cx="104698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Why it was not obvious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Nothing errored. The run completed, produced a correct mask, and returned a plausible time.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only signal was that the baseline was slower than it had any right to be, and that only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looks wrong if you have an expectation of how fast it should be.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Fix: assert the device of every module before timing, and hold precision identical across arms.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2: Cache State Differed Between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17.6x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optimized arm ran second, after the baseline had populated the cache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92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15184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it read the embedding from memory while the baseline computed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13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035808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That is a real 2000x gain on that phase, but it is the cache, not the algorithm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534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3456432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Reporting it as one number conflates two different claims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69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The fix is to report both, separately.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68680" y="4526280"/>
          <a:ext cx="10058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56692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Algorithmic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1.8x cold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and Numba, both arms cold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Full stack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2.0x warm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the same plus a cache hit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fair_benchmark_results.txt, RTX 4070 SUPER, abdominal CT. Cache is now asserted empty before every cold arm.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3: Whichever Arm Ran First Paid Start-Up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7.1x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CUDA context creation, cuDNN algorithm selection and kernel autotuning all happen on first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729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517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baseline always ran first, so it absorbed all of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86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1089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 the H100 this alone moved the result from 1.0x to 7.1x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886200"/>
            <a:ext cx="10469880" cy="155448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fix, and a bug it caused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the text backbone and the sliding window path before timing anything. The first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attempt warmed with a 4x4x4 dummy volume, which crashed InstanceNorm3d: a single spatial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element has no variance to normalise over. The warm-up has to run at the real patch size, 192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cubed, or it is not warming the kernels that actually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Expected more than 1 spatial element. This is why warm-up code has to be as carefully written as the thing it is warming.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4: Precision Was Not Held Constant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If one arm runs INT4 and the other runs FP16, quantization is being counted as an algorithmic gain.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09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3172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INT4 is a legitimate optimization, but it is a different claim from tile_step or caching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849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0720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Mixing them means the headline number cannot be attributed to anything in particular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60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8269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Both arms in the final benchmark run INT4, so what is left is algorithmic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835907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58183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INT4 gain is then measured separately, against its own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1480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general rule this produced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Change one thing per comparison. If two things differ between arms, the result is a fact about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pair and cannot be attributed to either. This sounds obvious written down and was violated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three separate ways before it was written down.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Rules That Came Out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69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69164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448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16712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Warm the GPU, the text backbone and the sliding window path before timing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2034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64261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1958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11810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Assert the device of every module, rather than assuming the flag took effect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67131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593592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Repeat to n &gt;= 4 and quote the range, never a single 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468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06908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Compare an effect against run to run spread before calling it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62229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54456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Never compare across GPUs without saying 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074920"/>
            <a:ext cx="10469880" cy="10515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2578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2026"/>
                </a:solidFill>
                <a:latin typeface="Calibri"/>
              </a:rPr>
              <a:t>Every one of these exists because it was violated first. They are written into a preflight script that refuses to submit a job that breaks them.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Turning Rules Into a Preflight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python validate_job.py my_benchmark.sh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10424160" cy="22860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100949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venv matches model      voxtell env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HF_HOME exported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allocation              rrg-jma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gpu slice               MIG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FAIL ] warmup present          whichever arm runs first absorbs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                   CUDA init; this inflated 1.0x to 7.1x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FAIL ] cuda sync before timer  timings measure kernel launch only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BLOCKED: 2 checks failed. Fix these before submitting.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41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6634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Eleven checks, each one traceable to a job that already failed or a number that was already wrong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198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1206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Deliberately textual and simple: a validator nobody can read is a validator nobody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655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5778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Catches allocation, CPU over-request, MIG slice, unbuffered output and log paths as 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voxtell-plugin/skills/voxtell-inference/scripts/validate_job.py. It also refuses shell variables in SBATCH directives, which SLURM does not expand.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Results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00200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8 GB to 2 GB VRAM, enables the 12 GB card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60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2.7x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1032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2.8x across 4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C8F96"/>
                </a:solidFill>
                <a:latin typeface="Calibri"/>
              </a:rPr>
              <a:t>One run: 3.27s to 1.28s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(63x512x512).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tile_step 0.5 to 0.75  ·  0.8090 to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657600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against expert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Same checkpoint on both arms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25696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13 abdominal organs, AMOS, seed 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8746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09744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pass/fail threshold applied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24028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262432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0861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300837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4701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3392424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 sided, so bias rather than noise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776472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on one case, not the full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An Accuracy Bug Worth Showing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same volume, the same prompt, the same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8C8F96"/>
                </a:solidFill>
                <a:latin typeface="Calibri"/>
              </a:rPr>
              <a:t>0.2978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90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read with nib.load().get_fdata()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240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0.9864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0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read with NibabelIOWithReorient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872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79476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was trained through a reader that reorients the volume to a canonical axis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3479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27024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Reading it any other way leaves the array in its stored orientation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2346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74573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model then segments a plausible looking fragment of the wrong 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2989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522122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does not error. The only way to catch it is to score against ground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This is the same shape of failure as the CPU baseline: a wrong answer that looks like a right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Found while building the plugin, by scoring a demo run against ground truth rather than eyeballing the mask.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6D18"/>
                </a:solidFill>
                <a:latin typeface="Consolas"/>
              </a:rPr>
              <a:t>torch.compile(session.network,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 and cuts per-call dispatch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1.33x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object, mean of 4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34840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Range 1.28 to 1.39x, so a 33% gain against an 8% spread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18888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 job: 0.288s to 0.215s per object, which is 1.34x on its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294 objects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43484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0256" y="481888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Speed and accuracy from the same 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CPU time held at 6:18 to 6:33 across runs while walltime fell, which is what a GPU bound workload looks like.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CPU efficiency 13 to 20% of the 8 cores requested.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~22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11480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881 validation cases: clearly worth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63143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5371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0703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99262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2.7x  (2.6 to 2.8x)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speed runs, 65 objects for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1.33x  (1.28 to 1.39x)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Still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2336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Speedup measured on a single CT volume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40740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under-segments 5.5%, on one case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6918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4791456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Batched sliding window built but not yet paid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Next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402336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Repeat across more CT volumes and prompt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440740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against all 881 validation cases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86918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79145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TensorRT FP16 engine on Fir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 Model That Cannot Say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VoxTell is text prompted, so it accepts any string.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28600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Send an abdominal CT and ask for a brain tumour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392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76148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runs. It returns a mask. The mask is of nothing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147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3697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Nothing in the pipeline says so, so you get a plausible result and no warning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01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1246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This is the same failure shape as the CPU baseline and the orientation bug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1480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793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question Dr. Ma 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17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Skills define workflow, protocol, when to use something and how to run it. Default VoxTell may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still run a brain tumour prompt on an abdomen CT. A skill can help generate the answer that the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model cannot segment a brain tumour from an abdominal 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Skills, MCP Servers and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5349240"/>
              </a:tblGrid>
              <a:tr h="5943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can do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Instructions loaded into the model's context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Shapes how the model works: workflow, protocol, standards. Advisory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MCP server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process exposing callable tools over JSON-RPC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Real code with real return values. Deterministic. It can refuse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Plugin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package bundling skills, MCP servers, commands and hooks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One installable unit, versioned and distributable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6D18"/>
                </a:solidFill>
                <a:latin typeface="Calibri"/>
              </a:rPr>
              <a:t>The distinction that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A skill can tell the model that a brain prompt on an abdominal CT is wrong.</a:t>
            </a:r>
          </a:p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Only a tool can make the call fail.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C8F96"/>
                </a:solidFill>
                <a:latin typeface="Calibri"/>
              </a:rPr>
              <a:t>One is guidance the model may or may not follow. The other is a gate it cannot walk past.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Validation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69880" cy="32004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140696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Request: REFUSED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The prompt asks for a structure in the brain (brain, brain tumor), but the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image is a CT study of the torso. That structure is not in this field of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view, so any mask returned would be meaningless.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Image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modality : 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region   : torso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shape    : (406, 512, 512)   spacing: (1.25, 0.82, 0.82)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intensities reach -2048, consistent with Hounsfield units (air ~ -1000)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- 25.0% of voxels below -700 HU (air)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- 508 mm of coverage spans thorax and abdomen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106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50292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Returns an error, not a mask. No model is loaded and no GPU is touched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564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4864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refusal states what it inferred and why, so a wrong refusal is visible rather than mysterious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Real output from the installed plugin on a FLARE abdominal CT with the prompt 'brain tumor'.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Gate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Intensity statistics and geometry, not a classifier. A validator nobody can audit is a validator nobody should trust.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4884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114800"/>
                <a:gridCol w="4800600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CT is calibrated in Hounsfield units, so air sits near -1000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MR intensities are arbitrary and rarely negative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Air fraction plus field of view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head has almost no internal air; a torso has lungs or bowel gas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Anatomy vocabulary mapping terms to regions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Deliberately incomplete: an unknown term never blocks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3891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Refuses only on a clear mismatch. Unknown on either side proceeds with a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924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8463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Adjacent regions pass, since thorax and abdomen routinely share a field of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53812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53035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validator that blocks whatever it cannot classify is useless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voxtell-plugin/mcp_server/validate.py. Thresholds are stated in the source and printed in every response.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the Plugin Exposes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7818120"/>
              </a:tblGrid>
              <a:tr h="4419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check_request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Validate an image and prompt pair. No compute. Returns modality, region and the reasoning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voxtell_segment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Text prompted segmentation. Validates first, refuses on mismatch unless forced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nninteractive_segment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Bounding box prompted segmentation, with box validation ahead of the GPU check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list_models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What is available and what each model can and cannot do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Check the machine, report which build is live, fetch the checkpoint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4649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5720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Written against the MCP wire protocol directly, with no SDK dependency, so the protocol stays readable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106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50292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Two transports from the same routing code: stdio for Claude Code, streamable HTTP for hosted 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564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4864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Installs in two commands from a GitHub marketplace, on Windows and on Ubuntu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github.com/pentaexe/VoxTell-main. Verified end to end on Windows and on a clean Ubuntu machine by a second tester.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Packaging It Exposed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Building an installer found bugs that running it locally never would.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94560"/>
          <a:ext cx="104698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3886200"/>
              </a:tblGrid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Bug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 it hid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numba undeclared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Clean install could not import the predictor at all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My machine had numba from something else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bitsandbytes undeclared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INT4 silently served FP16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loader catches every exception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5D array to the session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nninteractive_segment had never once run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It had never been exercised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print() to stdout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Corrupted the JSON-RPC stream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One client tolerated it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Same name and version as PyPI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pip could not tell fork from stock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Both reported voxtell 0.1.0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257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Every one of these is the same pattern as the benchmark artifacts: it worked, it looked right, and it was wrong.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Limits and Next Steps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Where VoxTell Falls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Five MSD-Liver cases, prompt 'liver tumor'. Mean DSC 0.720, median 0.861.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The gap disappears once you sort by slice thickness.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251460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188720"/>
                <a:gridCol w="128016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z-spacing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Slices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0.520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534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841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0.868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517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2683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0336" y="26060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Both failures are the thick slice scans. Nothing overlaps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31409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30632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mechanism is slide 12: no resampling, fixed 192 cubed patch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3598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0336" y="35204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At 5 mm that patch spans 960 mm of anatomy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0336" y="3977639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15 mm lesion is 15 slices at 1 mm and 3 at 5 mm, so the boundary is smeared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44348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Out of distribution acquisition geometry, not a model defect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Independent run by a second tester on our Fir dataset. n=5, and nothing in the sample sits between 1 mm and 5 mm.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Turning That Into a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69880" cy="17373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140696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Caveat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Coarsest voxel spacing is 5.0 mm. VoxTell v1.1 does not resample, so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accuracy falls off on thick-slice scans: measured DSC 0.48 and 0.52 on two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5 mm liver-tumour cases against 0.86-0.87 on three at 0.8-1.0 mm (n=5).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Where the falloff begins between 1 mm and 5 mm has not been measured.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Expect a usable mask on a large target and an unreliable one on a small lesion.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365760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Fires at 3 mm or coarser, before any GPU time is spent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2108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133087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 caveat and not a refusal: the request is legitimate and the mask is still useful on a large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863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460857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point is that it is said before a DSC is written down, rather than after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617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8406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3 mm is conservative, not measured. The deck and the code both say 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6D18"/>
                </a:solidFill>
                <a:latin typeface="Calibri"/>
              </a:rPr>
              <a:t>Same shape as the anatomy gate, applied to acquisition geometry instead.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Limitations,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50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69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691640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speedup is measured on a single CT volume, n=4 runs. It is not a distribution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814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203704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INT4 agreement figure is n=1 and measures output agreement, not accuracy against ground truth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9349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715768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slice thickness finding is n=5 with a plausible mechanism, which makes it a strong hypothesis rather than a 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055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227832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DSC scales with target size. The five liver cases ranged over 543x in ground truth volume, so their mean is not a clean summary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17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739896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region heuristic is thresholds on one CT convention, and is untested on MR beyond the modality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329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251960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nnInteractive numbers come from the CVPR validation set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417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764024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HTTP transport has no authentication and must not be exposed without an auth layer in front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Every number in this deck has a source line. If a figure has no provenance, it should not be here.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I Would Take From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51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815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73736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Both models got faster without losing accuracy: 2.7x and 1.33x, each with a DSC measurement attached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28600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reported speedup fell by 10x under scrutiny, and not one correction changed the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912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834639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same failure shape kept recurring: a run that completes, looks right, and is wrong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46100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383279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CPU baseline, cache mismatch, warm-up ordering, reader orientation, silent FP16 fallback, a 5D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0096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93192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So the durable output is not the speedup. It is the checks that make those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572000"/>
            <a:ext cx="10469880" cy="12801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8920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A preflight validator, a regression suite that synthesises its own data, a build provenance check,</a:t>
            </a:r>
          </a:p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and two gates that refuse work before it is wasted. Those outlast any particular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